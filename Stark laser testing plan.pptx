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98" d="100"/>
          <a:sy n="98" d="100"/>
        </p:scale>
        <p:origin x="84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05B83-04CE-24E6-1458-99E1ACB9BA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FF842E-BDCC-66BE-DC40-0E81F96A99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2D17E-8BAB-435A-C8AF-6D6594184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11C62-E9D0-400E-96B6-4A60B88D773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3429C-8751-8B45-09F1-D006780C3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D12D9-57FC-4B70-35BC-7938670E5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B417-0101-4F72-B9D5-6CC44718F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666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14FC5-5B33-97FB-50E7-BD8A17043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7B5D8-575C-FD0E-9ECF-617376E43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FF54-5DA4-D767-B2CF-7771EDF38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11C62-E9D0-400E-96B6-4A60B88D773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E07209-72C1-B335-D35D-CE5358397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67F07-62AC-0DCA-ED05-4151193CB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B417-0101-4F72-B9D5-6CC44718F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128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BD2F7-1029-2E63-A835-A4FEB6193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58BBBE-5576-195B-BC42-4DBCF64867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B3778-7182-349A-1E24-5318828FA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11C62-E9D0-400E-96B6-4A60B88D773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8A1CE-53DF-FF5E-BCA0-33F0D71B4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15D20-8B64-1BF5-0272-E2210B3F9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B417-0101-4F72-B9D5-6CC44718F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694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21F49-0A7F-4FDA-8B03-4976F7A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962E3-513D-AD69-1BF1-82EF75DF0F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C4419-45F9-ED5A-298C-23C10ABECA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254E96-3D51-42B5-063C-C3F032013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11C62-E9D0-400E-96B6-4A60B88D773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224AF-A765-5097-1C93-38DFAE0AD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8C30F8-4837-AAD8-0171-9A4D6EA07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B417-0101-4F72-B9D5-6CC44718F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79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216B1-F993-CC3D-DF4B-881B3CCEC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D521AE-5A22-4BEB-BDB8-030DF59BFE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68FF2E-06A0-34D5-6EB0-5CFB01DE24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7ABD33-4294-428A-1D3E-DC78D0A80D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3C8F38-306C-D8F7-0727-6CA96AAC29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3863E3-3930-AC11-8423-D74E4F46B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11C62-E9D0-400E-96B6-4A60B88D773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5760EB-8709-7612-FF06-FA9A53949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A4AD42-2189-E8DE-6A60-CB9378B5A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B417-0101-4F72-B9D5-6CC44718F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237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D020F-824A-564A-BDFA-B27FBE75B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B3C50C-DCCC-2D91-73C5-3F891BD0C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11C62-E9D0-400E-96B6-4A60B88D773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025E8D-26CD-293D-8EDB-343200753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2E1177-15EC-B37F-095A-3C18EC268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B417-0101-4F72-B9D5-6CC44718F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95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4E319A-6422-0474-1F4B-7E80472A1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11C62-E9D0-400E-96B6-4A60B88D773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5B5336-6ED0-92F2-11F6-9A6DE79F1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43F905-460B-5125-3E35-8EB8CA51B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B417-0101-4F72-B9D5-6CC44718F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78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54CC5-0FB9-9A43-1B85-75B4467A6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A4D98-F592-878C-2CAC-3503FFEEF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8FF5DA-B766-9376-1072-3313BB4857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38A7B-D5F3-9E9B-9035-2F112D1BA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11C62-E9D0-400E-96B6-4A60B88D773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3F45E-7456-A0FD-88C0-EE007F717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01AE1D-26FE-0E26-BEE3-758176A01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B417-0101-4F72-B9D5-6CC44718F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90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FD375-3917-E412-6F15-4782056C6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0A36F2-9724-4031-D01B-B25294498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CBB7BE-B90C-EE53-6FB8-F73724CAC1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809B39-5928-3FE2-35D7-293695BB7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11C62-E9D0-400E-96B6-4A60B88D773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78B8F6-DE2D-E28D-99BF-1C924CF4A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8BB5CD-E5AB-20B7-D5DE-9DD0FF08D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B417-0101-4F72-B9D5-6CC44718F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57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7D39B-FEC4-4080-4D53-F3DFB4A90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008652-AC39-E738-689E-11FB876329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F0ADB-AB93-4828-3AA9-19646E5EC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11C62-E9D0-400E-96B6-4A60B88D773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96BC6-4251-8D8B-8DDE-FE99BDED8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68F54-7BB4-7985-CFE9-472F0B527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B417-0101-4F72-B9D5-6CC44718F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639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5B315D-2AF8-A545-4BB3-8775F2152D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BB63F4-5452-7A09-5F93-0D1901F3F6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836C2-DA2E-8834-C15D-85FD30C04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11C62-E9D0-400E-96B6-4A60B88D773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F5710-E310-8179-9DC4-F52FF3295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F56641-0AF6-E514-A9B3-8B3572B85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B417-0101-4F72-B9D5-6CC44718F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364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3D0422-3593-2F57-D005-97644913E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1BDEA1-2F49-5EE2-128F-E15D978D5B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B2EA1-0EF2-2F0F-C222-5937BB19B2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311C62-E9D0-400E-96B6-4A60B88D773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4FB7E-9FFD-DD0C-178E-7A1D97923E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68C36-C6A4-2B64-174B-EAB8D31E8A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F8B417-0101-4F72-B9D5-6CC44718F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565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FA25F-231C-486F-85F8-2218087788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Stark </a:t>
            </a:r>
            <a:r>
              <a:rPr lang="en-US"/>
              <a:t>laser testing plan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5E0482-7136-5F7F-C987-32E2C2AC03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676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roup 100">
            <a:extLst>
              <a:ext uri="{FF2B5EF4-FFF2-40B4-BE49-F238E27FC236}">
                <a16:creationId xmlns:a16="http://schemas.microsoft.com/office/drawing/2014/main" id="{253EB677-F375-E60E-4C47-09C1AD8D50C1}"/>
              </a:ext>
            </a:extLst>
          </p:cNvPr>
          <p:cNvGrpSpPr/>
          <p:nvPr/>
        </p:nvGrpSpPr>
        <p:grpSpPr>
          <a:xfrm>
            <a:off x="1339768" y="-58984"/>
            <a:ext cx="8876051" cy="5772284"/>
            <a:chOff x="1339768" y="-58984"/>
            <a:chExt cx="8876051" cy="5772284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08BA12C0-E45B-D1B1-A710-C6FCE97D1A80}"/>
                </a:ext>
              </a:extLst>
            </p:cNvPr>
            <p:cNvGrpSpPr/>
            <p:nvPr/>
          </p:nvGrpSpPr>
          <p:grpSpPr>
            <a:xfrm>
              <a:off x="1339768" y="657537"/>
              <a:ext cx="8876051" cy="4043672"/>
              <a:chOff x="1498794" y="657537"/>
              <a:chExt cx="8876051" cy="4043672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1C8B1D90-FF28-B313-200E-D08DC8DC47C3}"/>
                  </a:ext>
                </a:extLst>
              </p:cNvPr>
              <p:cNvGrpSpPr/>
              <p:nvPr/>
            </p:nvGrpSpPr>
            <p:grpSpPr>
              <a:xfrm>
                <a:off x="6396231" y="2616874"/>
                <a:ext cx="3978614" cy="1261832"/>
                <a:chOff x="4416356" y="1091754"/>
                <a:chExt cx="3978614" cy="1261832"/>
              </a:xfrm>
            </p:grpSpPr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79D93AD1-9994-D243-C013-A3F4822D4F2D}"/>
                    </a:ext>
                  </a:extLst>
                </p:cNvPr>
                <p:cNvSpPr/>
                <p:nvPr/>
              </p:nvSpPr>
              <p:spPr>
                <a:xfrm>
                  <a:off x="4416357" y="1108952"/>
                  <a:ext cx="3978613" cy="36203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695D33E4-B08B-20BB-0E8C-125F3C0E0B10}"/>
                    </a:ext>
                  </a:extLst>
                </p:cNvPr>
                <p:cNvSpPr/>
                <p:nvPr/>
              </p:nvSpPr>
              <p:spPr>
                <a:xfrm>
                  <a:off x="4416356" y="1991548"/>
                  <a:ext cx="3978613" cy="362038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6231E40F-B657-6FEB-3D2C-B126F64CEA00}"/>
                    </a:ext>
                  </a:extLst>
                </p:cNvPr>
                <p:cNvSpPr txBox="1"/>
                <p:nvPr/>
              </p:nvSpPr>
              <p:spPr>
                <a:xfrm>
                  <a:off x="5716988" y="1091754"/>
                  <a:ext cx="16856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1"/>
                      </a:solidFill>
                    </a:rPr>
                    <a:t>FIReTIP laser</a:t>
                  </a:r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24ABF7B-C2C3-08B7-B640-C035590498B2}"/>
                    </a:ext>
                  </a:extLst>
                </p:cNvPr>
                <p:cNvSpPr txBox="1"/>
                <p:nvPr/>
              </p:nvSpPr>
              <p:spPr>
                <a:xfrm>
                  <a:off x="5673669" y="1957718"/>
                  <a:ext cx="16856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Stark laser</a:t>
                  </a:r>
                </a:p>
              </p:txBody>
            </p:sp>
          </p:grpSp>
          <p:sp>
            <p:nvSpPr>
              <p:cNvPr id="9" name="Arrow: Right 8">
                <a:extLst>
                  <a:ext uri="{FF2B5EF4-FFF2-40B4-BE49-F238E27FC236}">
                    <a16:creationId xmlns:a16="http://schemas.microsoft.com/office/drawing/2014/main" id="{B084C370-4F8F-E797-5AB0-9D6589CF75DC}"/>
                  </a:ext>
                </a:extLst>
              </p:cNvPr>
              <p:cNvSpPr/>
              <p:nvPr/>
            </p:nvSpPr>
            <p:spPr>
              <a:xfrm flipH="1">
                <a:off x="5731703" y="2763406"/>
                <a:ext cx="556591" cy="103367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Arrow: Right 9">
                <a:extLst>
                  <a:ext uri="{FF2B5EF4-FFF2-40B4-BE49-F238E27FC236}">
                    <a16:creationId xmlns:a16="http://schemas.microsoft.com/office/drawing/2014/main" id="{8B61DD5A-B887-9356-0DC3-2CD56C94EF80}"/>
                  </a:ext>
                </a:extLst>
              </p:cNvPr>
              <p:cNvSpPr/>
              <p:nvPr/>
            </p:nvSpPr>
            <p:spPr>
              <a:xfrm flipH="1">
                <a:off x="5731702" y="3646003"/>
                <a:ext cx="556591" cy="103367"/>
              </a:xfrm>
              <a:prstGeom prst="rightArrow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BDC416AC-F8D0-85A6-4F16-201E4470DC7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403926" y="2466124"/>
                <a:ext cx="625355" cy="681212"/>
              </a:xfrm>
              <a:prstGeom prst="line">
                <a:avLst/>
              </a:prstGeom>
              <a:ln w="381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C6875B32-B9E3-AC33-0416-0D6A34EA385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403926" y="3305397"/>
                <a:ext cx="625355" cy="681212"/>
              </a:xfrm>
              <a:prstGeom prst="line">
                <a:avLst/>
              </a:prstGeom>
              <a:ln w="381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Arrow: Right 14">
                <a:extLst>
                  <a:ext uri="{FF2B5EF4-FFF2-40B4-BE49-F238E27FC236}">
                    <a16:creationId xmlns:a16="http://schemas.microsoft.com/office/drawing/2014/main" id="{6B81BA05-F958-9F3C-5BCE-8FA729CA1FFB}"/>
                  </a:ext>
                </a:extLst>
              </p:cNvPr>
              <p:cNvSpPr/>
              <p:nvPr/>
            </p:nvSpPr>
            <p:spPr>
              <a:xfrm rot="16200000" flipH="1">
                <a:off x="5467621" y="3157963"/>
                <a:ext cx="556591" cy="103367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Arrow: Right 15">
                <a:extLst>
                  <a:ext uri="{FF2B5EF4-FFF2-40B4-BE49-F238E27FC236}">
                    <a16:creationId xmlns:a16="http://schemas.microsoft.com/office/drawing/2014/main" id="{AA411EAE-8B73-1BF3-8BBF-57EBE9680967}"/>
                  </a:ext>
                </a:extLst>
              </p:cNvPr>
              <p:cNvSpPr/>
              <p:nvPr/>
            </p:nvSpPr>
            <p:spPr>
              <a:xfrm rot="16200000" flipH="1">
                <a:off x="5467621" y="4051470"/>
                <a:ext cx="556591" cy="103367"/>
              </a:xfrm>
              <a:prstGeom prst="rightArrow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0FC3673-D781-B845-CD51-0A54A4787D62}"/>
                  </a:ext>
                </a:extLst>
              </p:cNvPr>
              <p:cNvSpPr/>
              <p:nvPr/>
            </p:nvSpPr>
            <p:spPr>
              <a:xfrm>
                <a:off x="6566589" y="4144617"/>
                <a:ext cx="859930" cy="556592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10351350-C84F-361D-D2CC-6729E2DB22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64240" y="4219698"/>
                <a:ext cx="545757" cy="40643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Arrow: Right 20">
                <a:extLst>
                  <a:ext uri="{FF2B5EF4-FFF2-40B4-BE49-F238E27FC236}">
                    <a16:creationId xmlns:a16="http://schemas.microsoft.com/office/drawing/2014/main" id="{B0233327-9F2A-195D-AC8A-C856FF22F119}"/>
                  </a:ext>
                </a:extLst>
              </p:cNvPr>
              <p:cNvSpPr/>
              <p:nvPr/>
            </p:nvSpPr>
            <p:spPr>
              <a:xfrm rot="10800000" flipH="1">
                <a:off x="5818620" y="4365040"/>
                <a:ext cx="556591" cy="103367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Arrow: Right 21">
                <a:extLst>
                  <a:ext uri="{FF2B5EF4-FFF2-40B4-BE49-F238E27FC236}">
                    <a16:creationId xmlns:a16="http://schemas.microsoft.com/office/drawing/2014/main" id="{26B60B85-3E75-8C05-C11B-E085D50AB2EE}"/>
                  </a:ext>
                </a:extLst>
              </p:cNvPr>
              <p:cNvSpPr/>
              <p:nvPr/>
            </p:nvSpPr>
            <p:spPr>
              <a:xfrm rot="10800000" flipH="1">
                <a:off x="5914309" y="4362545"/>
                <a:ext cx="556591" cy="103367"/>
              </a:xfrm>
              <a:prstGeom prst="rightArrow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513B5E4-061E-F33C-EA3B-E6DB6E6670E7}"/>
                  </a:ext>
                </a:extLst>
              </p:cNvPr>
              <p:cNvSpPr txBox="1"/>
              <p:nvPr/>
            </p:nvSpPr>
            <p:spPr>
              <a:xfrm>
                <a:off x="6639613" y="4244466"/>
                <a:ext cx="88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Mixer</a:t>
                </a:r>
              </a:p>
            </p:txBody>
          </p:sp>
          <p:sp>
            <p:nvSpPr>
              <p:cNvPr id="24" name="Arrow: Right 23">
                <a:extLst>
                  <a:ext uri="{FF2B5EF4-FFF2-40B4-BE49-F238E27FC236}">
                    <a16:creationId xmlns:a16="http://schemas.microsoft.com/office/drawing/2014/main" id="{6E173FEA-CA48-9C7B-8EF5-51B1782E9F24}"/>
                  </a:ext>
                </a:extLst>
              </p:cNvPr>
              <p:cNvSpPr/>
              <p:nvPr/>
            </p:nvSpPr>
            <p:spPr>
              <a:xfrm flipH="1">
                <a:off x="4991636" y="3655815"/>
                <a:ext cx="556591" cy="103367"/>
              </a:xfrm>
              <a:prstGeom prst="rightArrow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Arrow: Right 24">
                <a:extLst>
                  <a:ext uri="{FF2B5EF4-FFF2-40B4-BE49-F238E27FC236}">
                    <a16:creationId xmlns:a16="http://schemas.microsoft.com/office/drawing/2014/main" id="{05258562-A808-93EC-448B-DE145DEC235D}"/>
                  </a:ext>
                </a:extLst>
              </p:cNvPr>
              <p:cNvSpPr/>
              <p:nvPr/>
            </p:nvSpPr>
            <p:spPr>
              <a:xfrm flipH="1">
                <a:off x="4966046" y="2764856"/>
                <a:ext cx="556591" cy="103367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B8CBBCAA-31E5-436F-D4E2-0C8A0EA5AA60}"/>
                  </a:ext>
                </a:extLst>
              </p:cNvPr>
              <p:cNvSpPr/>
              <p:nvPr/>
            </p:nvSpPr>
            <p:spPr>
              <a:xfrm>
                <a:off x="3975955" y="2533378"/>
                <a:ext cx="844938" cy="546703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AD925954-B57B-593F-2E49-220B5A3682B1}"/>
                  </a:ext>
                </a:extLst>
              </p:cNvPr>
              <p:cNvSpPr/>
              <p:nvPr/>
            </p:nvSpPr>
            <p:spPr>
              <a:xfrm>
                <a:off x="3975955" y="3424334"/>
                <a:ext cx="844938" cy="546703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CB44E49-B7CE-C2B5-596C-9352B01B293A}"/>
                  </a:ext>
                </a:extLst>
              </p:cNvPr>
              <p:cNvSpPr txBox="1"/>
              <p:nvPr/>
            </p:nvSpPr>
            <p:spPr>
              <a:xfrm>
                <a:off x="3973740" y="2562950"/>
                <a:ext cx="107353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Power detector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517AE4B-DC11-3539-4288-D9A3B11EAF78}"/>
                  </a:ext>
                </a:extLst>
              </p:cNvPr>
              <p:cNvSpPr txBox="1"/>
              <p:nvPr/>
            </p:nvSpPr>
            <p:spPr>
              <a:xfrm>
                <a:off x="3963223" y="3427829"/>
                <a:ext cx="84493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Power detector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53411402-274C-DF49-557C-2F69B3F58137}"/>
                  </a:ext>
                </a:extLst>
              </p:cNvPr>
              <p:cNvSpPr/>
              <p:nvPr/>
            </p:nvSpPr>
            <p:spPr>
              <a:xfrm>
                <a:off x="1938022" y="3071394"/>
                <a:ext cx="675862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0DACC9A-70DD-72CB-6AE3-55D27D95BB1F}"/>
                  </a:ext>
                </a:extLst>
              </p:cNvPr>
              <p:cNvSpPr txBox="1"/>
              <p:nvPr/>
            </p:nvSpPr>
            <p:spPr>
              <a:xfrm>
                <a:off x="2067529" y="3055002"/>
                <a:ext cx="6758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NI</a:t>
                </a:r>
              </a:p>
            </p:txBody>
          </p: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5EAA15C2-35E2-EB46-225A-B9E6D7C9845B}"/>
                  </a:ext>
                </a:extLst>
              </p:cNvPr>
              <p:cNvCxnSpPr>
                <a:cxnSpLocks/>
                <a:stCxn id="26" idx="1"/>
              </p:cNvCxnSpPr>
              <p:nvPr/>
            </p:nvCxnSpPr>
            <p:spPr>
              <a:xfrm flipH="1" flipV="1">
                <a:off x="2980834" y="2795007"/>
                <a:ext cx="995121" cy="1172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22B42DF0-ECB1-DC06-70FE-AF00F503A1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95450" y="2795007"/>
                <a:ext cx="0" cy="35232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4D250F8F-C94E-5995-6C42-D4F7ACD904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997340" y="3743508"/>
                <a:ext cx="995121" cy="1172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3BD91C02-FEE2-FC5D-CAD1-762A895673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09161" y="3391179"/>
                <a:ext cx="0" cy="35232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A55FF570-1EB1-22F3-8EF3-026326594F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26187" y="3154897"/>
                <a:ext cx="382974" cy="127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5AA7B18E-4891-689C-7F1F-C48BCF59363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26186" y="3377122"/>
                <a:ext cx="382975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5FFE3DA0-430C-0640-5C36-210F478BF23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66589" y="1928962"/>
                <a:ext cx="0" cy="93781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1BAD4932-EFAD-E964-4F94-231179BCFB1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466022" y="1928962"/>
                <a:ext cx="3690" cy="174515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F15191A1-256A-FD1C-4AEA-D211069E8D9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98794" y="1486894"/>
                <a:ext cx="0" cy="178355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25015D4F-25BA-574F-FB0F-37C02A0877A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466022" y="657537"/>
                <a:ext cx="0" cy="93781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9E2A52F3-2EE8-8760-35FF-692938CD88C4}"/>
                </a:ext>
              </a:extLst>
            </p:cNvPr>
            <p:cNvCxnSpPr>
              <a:cxnSpLocks/>
              <a:stCxn id="35" idx="1"/>
            </p:cNvCxnSpPr>
            <p:nvPr/>
          </p:nvCxnSpPr>
          <p:spPr>
            <a:xfrm flipH="1">
              <a:off x="1339768" y="3256060"/>
              <a:ext cx="43922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CA9B0874-55CA-9003-AC9A-5DB9E867CF1B}"/>
                </a:ext>
              </a:extLst>
            </p:cNvPr>
            <p:cNvCxnSpPr/>
            <p:nvPr/>
          </p:nvCxnSpPr>
          <p:spPr>
            <a:xfrm>
              <a:off x="1339768" y="1486894"/>
              <a:ext cx="478949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E6F58E89-5214-399A-C5B4-221C29401E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29267" y="657537"/>
              <a:ext cx="0" cy="82935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4664CCB9-675A-F365-876C-5E0E16A38F0F}"/>
                </a:ext>
              </a:extLst>
            </p:cNvPr>
            <p:cNvSpPr/>
            <p:nvPr/>
          </p:nvSpPr>
          <p:spPr>
            <a:xfrm>
              <a:off x="6093800" y="1595348"/>
              <a:ext cx="720148" cy="36203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531BCD18-6B57-B0A4-1C19-C1013F1831D0}"/>
                </a:ext>
              </a:extLst>
            </p:cNvPr>
            <p:cNvSpPr txBox="1"/>
            <p:nvPr/>
          </p:nvSpPr>
          <p:spPr>
            <a:xfrm>
              <a:off x="6050579" y="1630287"/>
              <a:ext cx="8107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/>
                <a:t>Velmex</a:t>
              </a:r>
              <a:endParaRPr lang="en-US" sz="1400" dirty="0"/>
            </a:p>
          </p:txBody>
        </p:sp>
        <p:pic>
          <p:nvPicPr>
            <p:cNvPr id="86" name="Graphic 85" descr="Laptop with solid fill">
              <a:extLst>
                <a:ext uri="{FF2B5EF4-FFF2-40B4-BE49-F238E27FC236}">
                  <a16:creationId xmlns:a16="http://schemas.microsoft.com/office/drawing/2014/main" id="{0E6F5E6B-8108-C965-7C41-B1828733D4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5282" y="-58984"/>
              <a:ext cx="914400" cy="914400"/>
            </a:xfrm>
            <a:prstGeom prst="rect">
              <a:avLst/>
            </a:prstGeom>
          </p:spPr>
        </p:pic>
        <p:cxnSp>
          <p:nvCxnSpPr>
            <p:cNvPr id="93" name="Connector: Elbow 92">
              <a:extLst>
                <a:ext uri="{FF2B5EF4-FFF2-40B4-BE49-F238E27FC236}">
                  <a16:creationId xmlns:a16="http://schemas.microsoft.com/office/drawing/2014/main" id="{3B165A30-9E39-0650-4DA5-153A95441DE0}"/>
                </a:ext>
              </a:extLst>
            </p:cNvPr>
            <p:cNvCxnSpPr>
              <a:cxnSpLocks/>
            </p:cNvCxnSpPr>
            <p:nvPr/>
          </p:nvCxnSpPr>
          <p:spPr>
            <a:xfrm>
              <a:off x="7267493" y="4422913"/>
              <a:ext cx="572220" cy="731265"/>
            </a:xfrm>
            <a:prstGeom prst="bentConnector2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Rectangle: Rounded Corners 96">
              <a:extLst>
                <a:ext uri="{FF2B5EF4-FFF2-40B4-BE49-F238E27FC236}">
                  <a16:creationId xmlns:a16="http://schemas.microsoft.com/office/drawing/2014/main" id="{257430D2-0B41-0B15-764A-B0998E582050}"/>
                </a:ext>
              </a:extLst>
            </p:cNvPr>
            <p:cNvSpPr/>
            <p:nvPr/>
          </p:nvSpPr>
          <p:spPr>
            <a:xfrm>
              <a:off x="7267493" y="5154178"/>
              <a:ext cx="1145124" cy="51683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93AEAC0C-726D-3E1A-8EBC-FAA160959ACF}"/>
                </a:ext>
              </a:extLst>
            </p:cNvPr>
            <p:cNvSpPr txBox="1"/>
            <p:nvPr/>
          </p:nvSpPr>
          <p:spPr>
            <a:xfrm>
              <a:off x="7267493" y="5066969"/>
              <a:ext cx="145420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Spectrum analysis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AF1245E6-7A5C-AC04-FDC3-E50920442677}"/>
                </a:ext>
              </a:extLst>
            </p:cNvPr>
            <p:cNvSpPr txBox="1"/>
            <p:nvPr/>
          </p:nvSpPr>
          <p:spPr>
            <a:xfrm>
              <a:off x="6981245" y="161190"/>
              <a:ext cx="18765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Power monitor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EA26E9F2-71E2-B515-21B0-FD2B192F6F12}"/>
                </a:ext>
              </a:extLst>
            </p:cNvPr>
            <p:cNvSpPr txBox="1"/>
            <p:nvPr/>
          </p:nvSpPr>
          <p:spPr>
            <a:xfrm>
              <a:off x="6981245" y="398216"/>
              <a:ext cx="18765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Cavity control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1532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8262B2F-E110-0E84-7149-13DA8BE98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663" y="244239"/>
            <a:ext cx="8894835" cy="5870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411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21</Words>
  <Application>Microsoft Office PowerPoint</Application>
  <PresentationFormat>Widescreen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Stark laser testing plan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Xinhang Xu</dc:creator>
  <cp:lastModifiedBy>Xinhang Xu</cp:lastModifiedBy>
  <cp:revision>1</cp:revision>
  <dcterms:created xsi:type="dcterms:W3CDTF">2025-11-12T07:24:20Z</dcterms:created>
  <dcterms:modified xsi:type="dcterms:W3CDTF">2025-11-12T07:51:48Z</dcterms:modified>
</cp:coreProperties>
</file>