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30CB90-5689-A89D-336F-5156DE2956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7CAA4B-E108-AFAC-2A79-2743188CF9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183579-D9DF-877C-0C5C-1035441B1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EDA3-862F-4128-8CEC-671079D2D72D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B3B6D1-FED6-6253-EDD9-D1559300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0A8CE6-9ED0-1D00-9C2A-89B6EBCCC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D008-76C0-4505-A637-B7384EBF0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807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4B8A3F-C1E9-289F-2AD7-7FE2B71F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5F32E0-36DE-D894-B42A-CEE178EA9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329FF5-3D98-6169-9BCA-4E6C33F8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EDA3-862F-4128-8CEC-671079D2D72D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6CB50-6407-916F-960F-3FC2B53D1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455BB1-FE20-6140-95B9-2870F8258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D008-76C0-4505-A637-B7384EBF0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26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AFC52-0E1B-6100-8F98-C9BFDBF8C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F0C845-D682-95E5-CE06-E347ABA60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C522D1-5589-1706-8AC3-076AE37B4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EDA3-862F-4128-8CEC-671079D2D72D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7F37EC-D46A-4A3D-2384-C70B24FEE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754E58-94D0-3D1A-9BF5-F4EC22FFD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D008-76C0-4505-A637-B7384EBF0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9857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2AA210-C982-49CE-ECB6-1713E2C14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22D329-FED8-850E-070E-1A8FDB6350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372DB44-7299-0518-A68D-B76F7CAA42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BB3CE8-1672-62FE-BE88-2AA71AB9B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EDA3-862F-4128-8CEC-671079D2D72D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713EDE-74DC-AEE4-9BD8-2CEE1920F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1BEB42-D3DB-0AF2-A165-106641E9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D008-76C0-4505-A637-B7384EBF0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079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28D2E1-FFA1-19F7-173E-096B9E0F2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4B70DB-0BAF-0EFB-851E-E8C670A37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92EA83-9EE7-20A7-0F62-A5086E67F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28704AB-8DB3-F880-D213-B877228AFB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6F2C054-6C0A-01AB-811F-EDECC55231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DC02EC0-435E-C0F6-919C-75EC1348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EDA3-862F-4128-8CEC-671079D2D72D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1C6726-611D-E698-EAB4-9FCF2A8F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0AA5528-D10F-BE66-3365-8BD817BD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D008-76C0-4505-A637-B7384EBF0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626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8ACEE2-5937-4401-9693-39676E463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03C632-62DA-D61B-902C-4D7906CFD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EDA3-862F-4128-8CEC-671079D2D72D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EC32F5-0A16-468F-9F57-7D2592788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E63C19C-B2AB-2F5A-6979-D8D93C8F5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D008-76C0-4505-A637-B7384EBF0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97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D61BF3-906C-AD22-801E-4F5C5B634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EDA3-862F-4128-8CEC-671079D2D72D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B15E54-C8D9-0FA5-32E5-A3FAFF1EF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A9A1EA-BD74-B872-D8FF-21B2321BF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D008-76C0-4505-A637-B7384EBF0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199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32F6CC-D66F-C73C-0962-DB3569F6A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B7DE22-08CA-8DD3-2B19-A059333EB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8E5B1A-8651-708D-E9DE-9798BBBD1A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8CEBB6-20CE-8406-C86F-E9CADCA50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EDA3-862F-4128-8CEC-671079D2D72D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629E44-902D-2DEF-9428-C383632F9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C7DF42-5D28-13F1-5E8E-A4EF4785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D008-76C0-4505-A637-B7384EBF0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8929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9E2ED-CEB6-89A2-99E3-12BB143F2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78681D6-E5F1-946C-874D-FCA5A92345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F06919F-7125-0BCD-5F72-50F12051C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EC7C16D-6506-DA30-7789-253CA0460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EDA3-862F-4128-8CEC-671079D2D72D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B864A3-044D-04B4-422D-CC1213980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274039-DC47-AF5C-F43D-E863CC9B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D008-76C0-4505-A637-B7384EBF0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2949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46A66D-93CF-DA58-5657-65311790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E6043F-6EC3-EF63-E9AD-B494087E3D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882B4C-B65E-8F72-D2AC-13656A251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EDA3-862F-4128-8CEC-671079D2D72D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E6035A-AD4C-4BD6-21AE-5CFF4FFB2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1287A5B-EDA5-93E3-CD52-4DD43AEA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D008-76C0-4505-A637-B7384EBF0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966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C072BBA-0CAA-A422-C4F5-6DE4884221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2A545FD-7D19-9E16-B87F-8B2F8EA329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68EAB8-2D99-17C3-F37B-9ED22276D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EDA3-862F-4128-8CEC-671079D2D72D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C67877-0ECD-1A49-D3BC-C42411976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506EFE-8E44-E773-4E76-14FBB8F2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ADD008-76C0-4505-A637-B7384EBF0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272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1B66224-9986-A5EB-0823-DD3409850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E578165-6D4E-EED1-ADCB-32AC826C0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CD6D5A-E373-52D3-AEAE-E93F3C4F1C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DDEDA3-862F-4128-8CEC-671079D2D72D}" type="datetimeFigureOut">
              <a:rPr lang="zh-CN" altLang="en-US" smtClean="0"/>
              <a:t>2026/8/12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62A86F3-9F51-4DBA-9DE0-7C5E4B4CA4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92AF1C-B43F-D5E6-8207-03A08B81E2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ADD008-76C0-4505-A637-B7384EBF096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585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cloud.tencent.com/developer/news/330273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0C3B74-D726-6FA7-A04E-A95BCCC63D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HL3 MIR optical </a:t>
            </a:r>
            <a:r>
              <a:rPr lang="en-US" altLang="zh-CN" dirty="0" err="1"/>
              <a:t>desigan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3AA80AC-9E2F-00A2-D7A7-0C24DCDF9B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Xinhang Xu</a:t>
            </a:r>
          </a:p>
          <a:p>
            <a:r>
              <a:rPr lang="en-US" altLang="zh-CN" dirty="0"/>
              <a:t>2026/8/12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1545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2F120FA-6C0B-7B3C-5270-5FA6C45129D6}"/>
              </a:ext>
            </a:extLst>
          </p:cNvPr>
          <p:cNvSpPr txBox="1"/>
          <p:nvPr/>
        </p:nvSpPr>
        <p:spPr>
          <a:xfrm>
            <a:off x="504999" y="351505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2"/>
              </a:rPr>
              <a:t>https://cloud.tencent.com/developer/news/3302737</a:t>
            </a:r>
            <a:endParaRPr lang="en-US" altLang="zh-CN" dirty="0"/>
          </a:p>
          <a:p>
            <a:r>
              <a:rPr lang="en-US" altLang="zh-CN" dirty="0"/>
              <a:t>From window to cutoff surface :0.8-1.2 m range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C01FE11-4377-DFAA-B7F5-0032F8844A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71" y="965533"/>
            <a:ext cx="11737229" cy="527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520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64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HL3 MIR optical desigan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Xinhang Xu</dc:creator>
  <cp:lastModifiedBy>Xinhang Xu</cp:lastModifiedBy>
  <cp:revision>1</cp:revision>
  <dcterms:created xsi:type="dcterms:W3CDTF">2026-08-12T07:39:42Z</dcterms:created>
  <dcterms:modified xsi:type="dcterms:W3CDTF">2026-08-12T10:56:48Z</dcterms:modified>
</cp:coreProperties>
</file>