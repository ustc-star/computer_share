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2" d="100"/>
          <a:sy n="122" d="100"/>
        </p:scale>
        <p:origin x="114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30CB90-5689-A89D-336F-5156DE2956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77CAA4B-E108-AFAC-2A79-2743188CF9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9183579-D9DF-877C-0C5C-1035441B1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DDEDA3-862F-4128-8CEC-671079D2D72D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0B3B6D1-FED6-6253-EDD9-D1559300C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40A8CE6-9ED0-1D00-9C2A-89B6EBCCC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D008-76C0-4505-A637-B7384EBF09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98077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4B8A3F-C1E9-289F-2AD7-7FE2B71F6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95F32E0-36DE-D894-B42A-CEE178EA98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329FF5-3D98-6169-9BCA-4E6C33F88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DDEDA3-862F-4128-8CEC-671079D2D72D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486CB50-6407-916F-960F-3FC2B53D1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0455BB1-FE20-6140-95B9-2870F8258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D008-76C0-4505-A637-B7384EBF09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5265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DAFC52-0E1B-6100-8F98-C9BFDBF8C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EF0C845-D682-95E5-CE06-E347ABA600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9C522D1-5589-1706-8AC3-076AE37B4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DDEDA3-862F-4128-8CEC-671079D2D72D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87F37EC-D46A-4A3D-2384-C70B24FEE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754E58-94D0-3D1A-9BF5-F4EC22FFD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D008-76C0-4505-A637-B7384EBF09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9857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2AA210-C982-49CE-ECB6-1713E2C14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22D329-FED8-850E-070E-1A8FDB6350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372DB44-7299-0518-A68D-B76F7CAA42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2BB3CE8-1672-62FE-BE88-2AA71AB9B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DDEDA3-862F-4128-8CEC-671079D2D72D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8713EDE-74DC-AEE4-9BD8-2CEE1920F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21BEB42-D3DB-0AF2-A165-106641E9B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D008-76C0-4505-A637-B7384EBF09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4079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28D2E1-FFA1-19F7-173E-096B9E0F2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54B70DB-0BAF-0EFB-851E-E8C670A37D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192EA83-9EE7-20A7-0F62-A5086E67FE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28704AB-8DB3-F880-D213-B877228AFB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6F2C054-6C0A-01AB-811F-EDECC55231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DC02EC0-435E-C0F6-919C-75EC13483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DDEDA3-862F-4128-8CEC-671079D2D72D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B1C6726-611D-E698-EAB4-9FCF2A8F0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0AA5528-D10F-BE66-3365-8BD817BD2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D008-76C0-4505-A637-B7384EBF09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46265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8ACEE2-5937-4401-9693-39676E463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403C632-62DA-D61B-902C-4D7906CFD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DDEDA3-862F-4128-8CEC-671079D2D72D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8EC32F5-0A16-468F-9F57-7D2592788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E63C19C-B2AB-2F5A-6979-D8D93C8F5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D008-76C0-4505-A637-B7384EBF09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0974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9D61BF3-906C-AD22-801E-4F5C5B634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DDEDA3-862F-4128-8CEC-671079D2D72D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7B15E54-C8D9-0FA5-32E5-A3FAFF1EF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0A9A1EA-BD74-B872-D8FF-21B2321BF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D008-76C0-4505-A637-B7384EBF09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61995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32F6CC-D66F-C73C-0962-DB3569F6A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8B7DE22-08CA-8DD3-2B19-A059333EB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E8E5B1A-8651-708D-E9DE-9798BBBD1A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8CEBB6-20CE-8406-C86F-E9CADCA50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DDEDA3-862F-4128-8CEC-671079D2D72D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F629E44-902D-2DEF-9428-C383632F9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C7DF42-5D28-13F1-5E8E-A4EF4785C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D008-76C0-4505-A637-B7384EBF09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89294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39E2ED-CEB6-89A2-99E3-12BB143F2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78681D6-E5F1-946C-874D-FCA5A92345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F06919F-7125-0BCD-5F72-50F12051C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EC7C16D-6506-DA30-7789-253CA0460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DDEDA3-862F-4128-8CEC-671079D2D72D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5B864A3-044D-04B4-422D-CC1213980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0274039-DC47-AF5C-F43D-E863CC9B0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D008-76C0-4505-A637-B7384EBF09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29497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46A66D-93CF-DA58-5657-653117906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DE6043F-6EC3-EF63-E9AD-B494087E3D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9882B4C-B65E-8F72-D2AC-13656A251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DDEDA3-862F-4128-8CEC-671079D2D72D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E6035A-AD4C-4BD6-21AE-5CFF4FFB2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1287A5B-EDA5-93E3-CD52-4DD43AEAD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D008-76C0-4505-A637-B7384EBF09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9662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C072BBA-0CAA-A422-C4F5-6DE4884221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2A545FD-7D19-9E16-B87F-8B2F8EA329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68EAB8-2D99-17C3-F37B-9ED22276D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DDEDA3-862F-4128-8CEC-671079D2D72D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C67877-0ECD-1A49-D3BC-C42411976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506EFE-8E44-E773-4E76-14FBB8F2C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ADD008-76C0-4505-A637-B7384EBF09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2726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1B66224-9986-A5EB-0823-DD34098509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E578165-6D4E-EED1-ADCB-32AC826C00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4CD6D5A-E373-52D3-AEAE-E93F3C4F1C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DDEDA3-862F-4128-8CEC-671079D2D72D}" type="datetimeFigureOut">
              <a:rPr lang="zh-CN" altLang="en-US" smtClean="0"/>
              <a:t>2026/9/2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2A86F3-9F51-4DBA-9DE0-7C5E4B4CA4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92AF1C-B43F-D5E6-8207-03A08B81E2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ADD008-76C0-4505-A637-B7384EBF09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25858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cloud.tencent.com/developer/news/3302737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0C3B74-D726-6FA7-A04E-A95BCCC63D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HL3 MIR optical </a:t>
            </a:r>
            <a:r>
              <a:rPr lang="en-US" altLang="zh-CN" dirty="0" err="1"/>
              <a:t>desigan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3AA80AC-9E2F-00A2-D7A7-0C24DCDF9B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/>
              <a:t>Xinhang Xu</a:t>
            </a:r>
          </a:p>
          <a:p>
            <a:r>
              <a:rPr lang="en-US" altLang="zh-CN" dirty="0"/>
              <a:t>2026/8/12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315453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2F120FA-6C0B-7B3C-5270-5FA6C45129D6}"/>
              </a:ext>
            </a:extLst>
          </p:cNvPr>
          <p:cNvSpPr txBox="1"/>
          <p:nvPr/>
        </p:nvSpPr>
        <p:spPr>
          <a:xfrm>
            <a:off x="504999" y="351505"/>
            <a:ext cx="60973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hlinkClick r:id="rId2"/>
              </a:rPr>
              <a:t>https://cloud.tencent.com/developer/news/3302737</a:t>
            </a:r>
            <a:endParaRPr lang="en-US" altLang="zh-CN" dirty="0"/>
          </a:p>
          <a:p>
            <a:r>
              <a:rPr lang="en-US" altLang="zh-CN" dirty="0"/>
              <a:t>From window to cutoff surface :0.8-1.2 m range</a:t>
            </a:r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9C01FE11-4377-DFAA-B7F5-0032F8844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771" y="965533"/>
            <a:ext cx="11737229" cy="527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5202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B8AA07B6-C16F-DE4C-52C8-B975DC401992}"/>
              </a:ext>
            </a:extLst>
          </p:cNvPr>
          <p:cNvGrpSpPr/>
          <p:nvPr/>
        </p:nvGrpSpPr>
        <p:grpSpPr>
          <a:xfrm>
            <a:off x="550984" y="997428"/>
            <a:ext cx="10933724" cy="3208525"/>
            <a:chOff x="109415" y="1138105"/>
            <a:chExt cx="10933724" cy="3208525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87D6EA41-DBE5-BE36-402D-7B7E300220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73737F"/>
                </a:clrFrom>
                <a:clrTo>
                  <a:srgbClr val="73737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15816" y="1138105"/>
              <a:ext cx="10050584" cy="3208525"/>
            </a:xfrm>
            <a:prstGeom prst="rect">
              <a:avLst/>
            </a:prstGeom>
          </p:spPr>
        </p:pic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1C7B2BB1-014D-4BED-F195-E02F2A30EC50}"/>
                </a:ext>
              </a:extLst>
            </p:cNvPr>
            <p:cNvCxnSpPr>
              <a:cxnSpLocks/>
            </p:cNvCxnSpPr>
            <p:nvPr/>
          </p:nvCxnSpPr>
          <p:spPr>
            <a:xfrm>
              <a:off x="992553" y="1723292"/>
              <a:ext cx="0" cy="3126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4EC8B22F-BB67-AA49-14BA-41B980B44D1A}"/>
                </a:ext>
              </a:extLst>
            </p:cNvPr>
            <p:cNvCxnSpPr>
              <a:cxnSpLocks/>
            </p:cNvCxnSpPr>
            <p:nvPr/>
          </p:nvCxnSpPr>
          <p:spPr>
            <a:xfrm>
              <a:off x="1484923" y="1723292"/>
              <a:ext cx="0" cy="3126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0CD21DF0-EAEF-37B8-182B-3CCF67B117B7}"/>
                </a:ext>
              </a:extLst>
            </p:cNvPr>
            <p:cNvCxnSpPr>
              <a:cxnSpLocks/>
            </p:cNvCxnSpPr>
            <p:nvPr/>
          </p:nvCxnSpPr>
          <p:spPr>
            <a:xfrm>
              <a:off x="742461" y="1723292"/>
              <a:ext cx="0" cy="33997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BC3E6D5F-25E7-27ED-1680-B9112186C5BE}"/>
                </a:ext>
              </a:extLst>
            </p:cNvPr>
            <p:cNvSpPr txBox="1"/>
            <p:nvPr/>
          </p:nvSpPr>
          <p:spPr>
            <a:xfrm>
              <a:off x="676030" y="1656862"/>
              <a:ext cx="4923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/>
                <a:t>s1</a:t>
              </a:r>
              <a:endParaRPr lang="zh-CN" altLang="en-US" sz="1400" dirty="0"/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2DE3DD36-436A-68F7-9A6C-DFD20CBD93A2}"/>
                </a:ext>
              </a:extLst>
            </p:cNvPr>
            <p:cNvSpPr txBox="1"/>
            <p:nvPr/>
          </p:nvSpPr>
          <p:spPr>
            <a:xfrm>
              <a:off x="1047260" y="1656861"/>
              <a:ext cx="4923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/>
                <a:t>s2</a:t>
              </a:r>
              <a:endParaRPr lang="zh-CN" altLang="en-US" sz="1400" dirty="0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1CB29F83-B509-D7AE-15D2-AF973BC24616}"/>
                </a:ext>
              </a:extLst>
            </p:cNvPr>
            <p:cNvSpPr txBox="1"/>
            <p:nvPr/>
          </p:nvSpPr>
          <p:spPr>
            <a:xfrm>
              <a:off x="109415" y="2585055"/>
              <a:ext cx="8127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/>
                <a:t>horn</a:t>
              </a:r>
              <a:endParaRPr lang="zh-CN" altLang="en-US" sz="1600" dirty="0"/>
            </a:p>
          </p:txBody>
        </p: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2530D07E-D6D1-398F-1738-EA39498F559A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flipV="1">
              <a:off x="515815" y="2350593"/>
              <a:ext cx="160215" cy="23446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938A0715-90D2-2BEA-5A80-12507A7648F3}"/>
                </a:ext>
              </a:extLst>
            </p:cNvPr>
            <p:cNvSpPr txBox="1"/>
            <p:nvPr/>
          </p:nvSpPr>
          <p:spPr>
            <a:xfrm>
              <a:off x="676030" y="2665629"/>
              <a:ext cx="55098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/>
                <a:t>Gain lens</a:t>
              </a:r>
              <a:endParaRPr lang="zh-CN" altLang="en-US" sz="1400" dirty="0"/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E74CBCA7-92DF-16B5-0416-87AB7D32C7DB}"/>
                </a:ext>
              </a:extLst>
            </p:cNvPr>
            <p:cNvSpPr txBox="1"/>
            <p:nvPr/>
          </p:nvSpPr>
          <p:spPr>
            <a:xfrm>
              <a:off x="1168399" y="2665628"/>
              <a:ext cx="8127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/>
                <a:t>Zoom</a:t>
              </a:r>
              <a:r>
                <a:rPr lang="en-US" altLang="zh-CN" dirty="0"/>
                <a:t> </a:t>
              </a:r>
              <a:endParaRPr lang="zh-CN" altLang="en-US" dirty="0"/>
            </a:p>
          </p:txBody>
        </p: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96321F6A-A536-BB5E-A5F5-167044779F7E}"/>
                </a:ext>
              </a:extLst>
            </p:cNvPr>
            <p:cNvCxnSpPr>
              <a:stCxn id="26" idx="0"/>
            </p:cNvCxnSpPr>
            <p:nvPr/>
          </p:nvCxnSpPr>
          <p:spPr>
            <a:xfrm flipV="1">
              <a:off x="951523" y="2461846"/>
              <a:ext cx="41030" cy="2037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6CA744D6-FFD7-53FB-2EEA-46D53A8472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73201" y="2518581"/>
              <a:ext cx="20515" cy="1921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B88CA3B7-6D23-DFD4-2719-887BF1735268}"/>
                </a:ext>
              </a:extLst>
            </p:cNvPr>
            <p:cNvSpPr txBox="1"/>
            <p:nvPr/>
          </p:nvSpPr>
          <p:spPr>
            <a:xfrm>
              <a:off x="2071073" y="1510268"/>
              <a:ext cx="8127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/>
                <a:t>mirror</a:t>
              </a:r>
              <a:r>
                <a:rPr lang="en-US" altLang="zh-CN" dirty="0"/>
                <a:t> </a:t>
              </a:r>
              <a:endParaRPr lang="zh-CN" altLang="en-US" dirty="0"/>
            </a:p>
          </p:txBody>
        </p: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C921243A-BA7C-0013-0A66-03301942FE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16368" y="1879600"/>
              <a:ext cx="240319" cy="40249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32177742-7E42-4CAD-CE2C-792C65E530EC}"/>
                </a:ext>
              </a:extLst>
            </p:cNvPr>
            <p:cNvSpPr txBox="1"/>
            <p:nvPr/>
          </p:nvSpPr>
          <p:spPr>
            <a:xfrm>
              <a:off x="1735979" y="3244334"/>
              <a:ext cx="114789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/>
                <a:t>beamsplitter</a:t>
              </a:r>
              <a:r>
                <a:rPr lang="en-US" altLang="zh-CN" dirty="0"/>
                <a:t> </a:t>
              </a:r>
              <a:endParaRPr lang="zh-CN" altLang="en-US" dirty="0"/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4FA66546-1F63-D9CA-FC36-4C9D94658C15}"/>
                </a:ext>
              </a:extLst>
            </p:cNvPr>
            <p:cNvSpPr txBox="1"/>
            <p:nvPr/>
          </p:nvSpPr>
          <p:spPr>
            <a:xfrm>
              <a:off x="5814646" y="1140936"/>
              <a:ext cx="114789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/>
                <a:t>1</a:t>
              </a:r>
              <a:r>
                <a:rPr lang="en-US" altLang="zh-CN" sz="1400" baseline="30000" dirty="0"/>
                <a:t>st</a:t>
              </a:r>
              <a:r>
                <a:rPr lang="en-US" altLang="zh-CN" sz="1400" dirty="0"/>
                <a:t> lens</a:t>
              </a:r>
              <a:r>
                <a:rPr lang="en-US" altLang="zh-CN" dirty="0"/>
                <a:t> </a:t>
              </a:r>
              <a:endParaRPr lang="zh-CN" altLang="en-US" dirty="0"/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CE87B43F-D8F9-D1D2-2419-8B22405622D0}"/>
                </a:ext>
              </a:extLst>
            </p:cNvPr>
            <p:cNvSpPr txBox="1"/>
            <p:nvPr/>
          </p:nvSpPr>
          <p:spPr>
            <a:xfrm>
              <a:off x="6643077" y="1202491"/>
              <a:ext cx="82061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/>
                <a:t>window</a:t>
              </a:r>
              <a:endParaRPr lang="zh-CN" altLang="en-US" dirty="0"/>
            </a:p>
          </p:txBody>
        </p:sp>
        <p:cxnSp>
          <p:nvCxnSpPr>
            <p:cNvPr id="42" name="直接箭头连接符 41">
              <a:extLst>
                <a:ext uri="{FF2B5EF4-FFF2-40B4-BE49-F238E27FC236}">
                  <a16:creationId xmlns:a16="http://schemas.microsoft.com/office/drawing/2014/main" id="{AA47537F-9459-00A2-5DD6-FAFE2195DBC3}"/>
                </a:ext>
              </a:extLst>
            </p:cNvPr>
            <p:cNvCxnSpPr/>
            <p:nvPr/>
          </p:nvCxnSpPr>
          <p:spPr>
            <a:xfrm flipV="1">
              <a:off x="2136527" y="3142442"/>
              <a:ext cx="41030" cy="2037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534164D6-3CC3-AB87-6091-749C1F355E89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1453662"/>
              <a:ext cx="45923" cy="13286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9F322989-F253-EE79-43C6-56E4FC8AAF24}"/>
                </a:ext>
              </a:extLst>
            </p:cNvPr>
            <p:cNvCxnSpPr>
              <a:cxnSpLocks/>
            </p:cNvCxnSpPr>
            <p:nvPr/>
          </p:nvCxnSpPr>
          <p:spPr>
            <a:xfrm>
              <a:off x="6903923" y="1453662"/>
              <a:ext cx="0" cy="24127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754232A4-E8EB-A4E6-BAB6-443C50ACF5E1}"/>
                </a:ext>
              </a:extLst>
            </p:cNvPr>
            <p:cNvSpPr txBox="1"/>
            <p:nvPr/>
          </p:nvSpPr>
          <p:spPr>
            <a:xfrm>
              <a:off x="9879625" y="2210804"/>
              <a:ext cx="11635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/>
                <a:t>Cutoff layer</a:t>
              </a:r>
              <a:endParaRPr lang="zh-CN" altLang="en-US" dirty="0"/>
            </a:p>
          </p:txBody>
        </p: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33DFADC1-BD64-0709-21A2-A1E42BDC30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61169" y="2518581"/>
              <a:ext cx="434979" cy="13767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3930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>
            <a:extLst>
              <a:ext uri="{FF2B5EF4-FFF2-40B4-BE49-F238E27FC236}">
                <a16:creationId xmlns:a16="http://schemas.microsoft.com/office/drawing/2014/main" id="{53C3C1CE-A2F1-0D14-FAA7-7716DD094110}"/>
              </a:ext>
            </a:extLst>
          </p:cNvPr>
          <p:cNvGrpSpPr/>
          <p:nvPr/>
        </p:nvGrpSpPr>
        <p:grpSpPr>
          <a:xfrm>
            <a:off x="453293" y="640861"/>
            <a:ext cx="10832124" cy="4126524"/>
            <a:chOff x="164123" y="976923"/>
            <a:chExt cx="10832124" cy="4126524"/>
          </a:xfrm>
        </p:grpSpPr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FF947A7A-005E-DC7F-5C3A-988298034D06}"/>
                </a:ext>
              </a:extLst>
            </p:cNvPr>
            <p:cNvGrpSpPr/>
            <p:nvPr/>
          </p:nvGrpSpPr>
          <p:grpSpPr>
            <a:xfrm>
              <a:off x="164123" y="1041400"/>
              <a:ext cx="10832124" cy="4062047"/>
              <a:chOff x="164123" y="1041400"/>
              <a:chExt cx="10832124" cy="4062047"/>
            </a:xfrm>
          </p:grpSpPr>
          <p:pic>
            <p:nvPicPr>
              <p:cNvPr id="3" name="图片 2">
                <a:extLst>
                  <a:ext uri="{FF2B5EF4-FFF2-40B4-BE49-F238E27FC236}">
                    <a16:creationId xmlns:a16="http://schemas.microsoft.com/office/drawing/2014/main" id="{B466C5DB-C04E-FCF6-F002-1626D20A95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580185" y="1041400"/>
                <a:ext cx="5416062" cy="4062047"/>
              </a:xfrm>
              <a:prstGeom prst="rect">
                <a:avLst/>
              </a:prstGeom>
            </p:spPr>
          </p:pic>
          <p:pic>
            <p:nvPicPr>
              <p:cNvPr id="5" name="图片 4">
                <a:extLst>
                  <a:ext uri="{FF2B5EF4-FFF2-40B4-BE49-F238E27FC236}">
                    <a16:creationId xmlns:a16="http://schemas.microsoft.com/office/drawing/2014/main" id="{C179C49F-DF35-A2D0-FFCC-4F118833BC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123" y="1041400"/>
                <a:ext cx="5416062" cy="4062047"/>
              </a:xfrm>
              <a:prstGeom prst="rect">
                <a:avLst/>
              </a:prstGeom>
            </p:spPr>
          </p:pic>
        </p:grp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9A2AC4C5-1B6C-521C-98E8-263352E5CFE0}"/>
                </a:ext>
              </a:extLst>
            </p:cNvPr>
            <p:cNvSpPr txBox="1"/>
            <p:nvPr/>
          </p:nvSpPr>
          <p:spPr>
            <a:xfrm>
              <a:off x="519723" y="976923"/>
              <a:ext cx="4142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(a)</a:t>
              </a:r>
              <a:endParaRPr lang="zh-CN" altLang="en-US" dirty="0"/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B926A49B-3493-EF9C-5055-456D5CD4CBAF}"/>
                </a:ext>
              </a:extLst>
            </p:cNvPr>
            <p:cNvSpPr txBox="1"/>
            <p:nvPr/>
          </p:nvSpPr>
          <p:spPr>
            <a:xfrm>
              <a:off x="6053015" y="976923"/>
              <a:ext cx="4142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(b)</a:t>
              </a:r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2428791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362</TotalTime>
  <Words>83</Words>
  <Application>Microsoft Office PowerPoint</Application>
  <PresentationFormat>宽屏</PresentationFormat>
  <Paragraphs>17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8" baseType="lpstr">
      <vt:lpstr>等线</vt:lpstr>
      <vt:lpstr>等线 Light</vt:lpstr>
      <vt:lpstr>Arial</vt:lpstr>
      <vt:lpstr>Office 主题​​</vt:lpstr>
      <vt:lpstr>HL3 MIR optical desigan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Xinhang Xu</dc:creator>
  <cp:lastModifiedBy>Xinhang Xu</cp:lastModifiedBy>
  <cp:revision>2</cp:revision>
  <dcterms:created xsi:type="dcterms:W3CDTF">2026-08-12T07:39:42Z</dcterms:created>
  <dcterms:modified xsi:type="dcterms:W3CDTF">2026-09-03T07:46:34Z</dcterms:modified>
</cp:coreProperties>
</file>