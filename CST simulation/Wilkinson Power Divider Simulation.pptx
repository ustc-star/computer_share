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4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5B71-205F-D454-84A8-7BFFCC7E0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AB947-3CAA-D5D9-BC00-C468D55F7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28E81-6E93-3861-026B-4D4F6E9CF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FAE4-422E-4B8E-2D66-D5EE59A9F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8810B-5D12-2C9B-3757-BB2C866A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4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629F-5A26-8DD9-4E0A-A9B477BA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F8FD8-0E61-5322-08C8-41B7A736D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91080-C0FE-AA83-8CCA-B2DC99B25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8445D-477F-8808-CEE9-857AB665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E2849-852F-02FE-422F-DC57D9693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97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835B-A76D-671C-F4FD-215F87157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D02CA-E2BC-8E4C-779F-16277D690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222EA-3BF3-C31E-356E-2AB70E6F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D2334-22C3-0B70-4368-139A65F4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57999-E58C-7C3B-5684-D86F3FD9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1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958F-959B-2ACB-4646-001C8EB5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9F225-E70E-A185-C491-5701C012F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DC62D-F0F9-98C1-40F9-2414D31E4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E7CDB-0FA8-B36F-3ECC-ADD1B14DF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3DDE4-A36A-BE0D-D114-780065620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0233E-493A-BE7F-F7DC-2D402025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8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939A4-8CCA-8C96-7FF8-9C03E6EA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6E918-CB4D-E8C7-2432-799717C33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ADE72-DDBA-4668-E0D9-B78B91F18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BFBEE-320F-845D-F7ED-7F095B971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7D383E-D8E5-D802-8E32-6846CA2A9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180291-3D35-5131-5B1B-81110781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4C26CE-9152-43B2-E119-D1090145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3682CB-5BE8-B66D-7695-ADE576EE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8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875FA-7B9C-BBA9-980A-5B301998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59681-3F42-3369-59E7-6D395B2A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A1272-1AB5-D78B-320F-5DC23D935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8F545-0A8D-5DB8-DA1B-001AABA3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8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65EA0-14DC-D737-E5BD-AFC1DB6F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0ED096-F894-F58C-4ACE-BEF7F36B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CC856-B871-9172-15C3-E287690B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4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0871-CB76-881E-4D84-082D5910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F9F07-DC24-CCC8-B52B-83C753C33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5487C-A170-E838-450D-9EE0C83AE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75673-EA38-283C-3438-F0944532A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07824-578C-366B-AAF6-04517767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06EBC-FB2D-F4FF-3214-42386FA8D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77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00624-EB10-703E-6716-DF8328C4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7310F4-0C27-B250-2C19-70132D450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A770F-37F3-91F1-A591-6161E7180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079E7-8326-67DA-54BC-029E3655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D9783-C18D-5A85-E3B1-D75EAD8E5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CE152-A2DF-B25E-B762-FDC03BA6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5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31999-BD7C-6DD0-BA41-291711B5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B47F4-09BF-425C-6D69-6E5CD280E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4C5EC-4643-6C8C-C787-EDBB22ED2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63C98-5CF0-6725-7D59-0000A794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37558-D228-048A-7860-452637B09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1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785770-1653-D19E-68CC-B6FA36738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F5345-E6FF-4A55-AE4F-27B1CF85F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F1E21-795F-F711-D521-EFA8A1C04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0EACD-839A-45C5-1DC6-1FB0321C1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B81AA-8F86-EEF2-1010-C0328FD5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7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9560D-33DA-9DA0-62DC-DA6245764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19307-DA68-9C22-ABE4-F4EB3F476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8FCF3-8EB5-9C3D-A5D0-3549F0C23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1ACE0-7167-418E-A7EF-EFF9F52AAEF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C600E-BA3C-C5B2-A13C-F9A2ACF48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92789-EF25-8E67-41D8-A62EC65D1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B613F-C7DA-4512-A8FB-74F47EA2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C11CF-A93A-6C08-D01D-3A91F8919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Wilkinson Power Divider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F6472-5D3B-0C90-0F24-585FBA4845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Xinhang Xu</a:t>
            </a:r>
          </a:p>
          <a:p>
            <a:r>
              <a:rPr lang="en-US" dirty="0"/>
              <a:t>10/5/2025</a:t>
            </a:r>
          </a:p>
        </p:txBody>
      </p:sp>
    </p:spTree>
    <p:extLst>
      <p:ext uri="{BB962C8B-B14F-4D97-AF65-F5344CB8AC3E}">
        <p14:creationId xmlns:p14="http://schemas.microsoft.com/office/powerpoint/2010/main" val="34127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A829-DE81-025C-D12F-A0D7D140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 = [2  5] GHz</a:t>
            </a:r>
          </a:p>
        </p:txBody>
      </p:sp>
      <p:pic>
        <p:nvPicPr>
          <p:cNvPr id="5" name="Picture 4" descr="A graph with lines and curves&#10;&#10;AI-generated content may be incorrect.">
            <a:extLst>
              <a:ext uri="{FF2B5EF4-FFF2-40B4-BE49-F238E27FC236}">
                <a16:creationId xmlns:a16="http://schemas.microsoft.com/office/drawing/2014/main" id="{5FB3365B-F604-227A-DF4B-AD80657E8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37" y="1209260"/>
            <a:ext cx="10819325" cy="4346513"/>
          </a:xfrm>
          <a:prstGeom prst="rect">
            <a:avLst/>
          </a:prstGeom>
        </p:spPr>
      </p:pic>
      <p:pic>
        <p:nvPicPr>
          <p:cNvPr id="4" name="Picture 3" descr="A yellow and blue diagram&#10;&#10;AI-generated content may be incorrect.">
            <a:extLst>
              <a:ext uri="{FF2B5EF4-FFF2-40B4-BE49-F238E27FC236}">
                <a16:creationId xmlns:a16="http://schemas.microsoft.com/office/drawing/2014/main" id="{2708FCB7-FC39-4618-4E90-1FA3847FF1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72" r="22778"/>
          <a:stretch>
            <a:fillRect/>
          </a:stretch>
        </p:blipFill>
        <p:spPr>
          <a:xfrm>
            <a:off x="414370" y="5108729"/>
            <a:ext cx="2161437" cy="157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1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D316-F82C-325F-2546-F886B9D6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= [5  6.7] GHz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2BF1C-D1BE-7128-33AE-676935BF1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67" y="1450021"/>
            <a:ext cx="11199987" cy="45422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ABEC25-4F0F-C4B0-B5E1-0F03AFC9A0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98" b="19105"/>
          <a:stretch>
            <a:fillRect/>
          </a:stretch>
        </p:blipFill>
        <p:spPr>
          <a:xfrm>
            <a:off x="165370" y="5242077"/>
            <a:ext cx="2580044" cy="150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5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0436B-FBCE-871E-0459-B3FD15E0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24" y="0"/>
            <a:ext cx="10515600" cy="1325563"/>
          </a:xfrm>
        </p:spPr>
        <p:txBody>
          <a:bodyPr/>
          <a:lstStyle/>
          <a:p>
            <a:r>
              <a:rPr lang="en-US" dirty="0"/>
              <a:t>F = [7.3  9] GHz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A4FEE-E784-B1EE-7BB7-2402D919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29" y="1089159"/>
            <a:ext cx="11538942" cy="46796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F4D956-12A9-ABFF-8F1B-5A920EBC6D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200" b="22264"/>
          <a:stretch>
            <a:fillRect/>
          </a:stretch>
        </p:blipFill>
        <p:spPr>
          <a:xfrm>
            <a:off x="-80322" y="5163544"/>
            <a:ext cx="2950272" cy="169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17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E7EA3-2632-9072-DA8A-7688ADFB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= [9  12] GHz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475DE-CAC1-7084-7731-D5BD240D9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013" y="1236908"/>
            <a:ext cx="9993787" cy="45305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ABA14C-7913-071A-FC12-AFC33CDA3A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68" r="3881" b="6509"/>
          <a:stretch>
            <a:fillRect/>
          </a:stretch>
        </p:blipFill>
        <p:spPr>
          <a:xfrm>
            <a:off x="303760" y="5621092"/>
            <a:ext cx="1933889" cy="120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9CFB-3939-2B41-7452-B07D59471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NSF WPD</a:t>
            </a:r>
          </a:p>
        </p:txBody>
      </p:sp>
    </p:spTree>
    <p:extLst>
      <p:ext uri="{BB962C8B-B14F-4D97-AF65-F5344CB8AC3E}">
        <p14:creationId xmlns:p14="http://schemas.microsoft.com/office/powerpoint/2010/main" val="3399789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FA445F78-AE9D-AD03-BE90-5BD0A800274F}"/>
              </a:ext>
            </a:extLst>
          </p:cNvPr>
          <p:cNvGrpSpPr/>
          <p:nvPr/>
        </p:nvGrpSpPr>
        <p:grpSpPr>
          <a:xfrm>
            <a:off x="1026696" y="1573561"/>
            <a:ext cx="5411702" cy="4808158"/>
            <a:chOff x="794084" y="881955"/>
            <a:chExt cx="5411702" cy="4808158"/>
          </a:xfrm>
        </p:grpSpPr>
        <p:sp>
          <p:nvSpPr>
            <p:cNvPr id="4" name="Left Brace 3">
              <a:extLst>
                <a:ext uri="{FF2B5EF4-FFF2-40B4-BE49-F238E27FC236}">
                  <a16:creationId xmlns:a16="http://schemas.microsoft.com/office/drawing/2014/main" id="{DBB2F599-4262-00CF-230B-852A7CBF1FE7}"/>
                </a:ext>
              </a:extLst>
            </p:cNvPr>
            <p:cNvSpPr/>
            <p:nvPr/>
          </p:nvSpPr>
          <p:spPr>
            <a:xfrm>
              <a:off x="1756610" y="1997242"/>
              <a:ext cx="585537" cy="226996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6288B79-3060-AE08-EB8D-90ABE973AE29}"/>
                </a:ext>
              </a:extLst>
            </p:cNvPr>
            <p:cNvSpPr/>
            <p:nvPr/>
          </p:nvSpPr>
          <p:spPr>
            <a:xfrm>
              <a:off x="794084" y="2867527"/>
              <a:ext cx="914400" cy="5293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Commercial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246AF1-9688-E87E-05C8-AB08D9373B91}"/>
                </a:ext>
              </a:extLst>
            </p:cNvPr>
            <p:cNvSpPr/>
            <p:nvPr/>
          </p:nvSpPr>
          <p:spPr>
            <a:xfrm>
              <a:off x="2390273" y="1736556"/>
              <a:ext cx="914400" cy="5293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WPD1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0281C3-A495-024E-23F3-CB6AFD0F35C6}"/>
                </a:ext>
              </a:extLst>
            </p:cNvPr>
            <p:cNvSpPr/>
            <p:nvPr/>
          </p:nvSpPr>
          <p:spPr>
            <a:xfrm>
              <a:off x="3926304" y="1171072"/>
              <a:ext cx="914400" cy="5293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WPD3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9F32E4-B098-6BA3-4E08-14534B62EFD7}"/>
                </a:ext>
              </a:extLst>
            </p:cNvPr>
            <p:cNvSpPr/>
            <p:nvPr/>
          </p:nvSpPr>
          <p:spPr>
            <a:xfrm>
              <a:off x="2398294" y="3978441"/>
              <a:ext cx="914400" cy="5293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WPD2</a:t>
              </a:r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FEDBAECC-ACE4-BF39-367F-F1D3DAB0907C}"/>
                </a:ext>
              </a:extLst>
            </p:cNvPr>
            <p:cNvSpPr/>
            <p:nvPr/>
          </p:nvSpPr>
          <p:spPr>
            <a:xfrm>
              <a:off x="3312694" y="1455819"/>
              <a:ext cx="585537" cy="1074821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517FB-3A99-D9C7-C8D0-C39B946B4560}"/>
                </a:ext>
              </a:extLst>
            </p:cNvPr>
            <p:cNvSpPr/>
            <p:nvPr/>
          </p:nvSpPr>
          <p:spPr>
            <a:xfrm>
              <a:off x="3926304" y="2326107"/>
              <a:ext cx="914400" cy="5293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WPD4</a:t>
              </a:r>
            </a:p>
          </p:txBody>
        </p:sp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D68A53B2-B66D-2C11-7C84-9E18BFDADD7B}"/>
                </a:ext>
              </a:extLst>
            </p:cNvPr>
            <p:cNvSpPr/>
            <p:nvPr/>
          </p:nvSpPr>
          <p:spPr>
            <a:xfrm>
              <a:off x="3312694" y="3729791"/>
              <a:ext cx="585537" cy="1074821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91DEC8-8B53-8106-740D-7A26485ADAD0}"/>
                </a:ext>
              </a:extLst>
            </p:cNvPr>
            <p:cNvSpPr/>
            <p:nvPr/>
          </p:nvSpPr>
          <p:spPr>
            <a:xfrm>
              <a:off x="3946357" y="3533271"/>
              <a:ext cx="914400" cy="5293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WPD5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DB9C53F-0B9A-457C-355B-259DE3D57690}"/>
                </a:ext>
              </a:extLst>
            </p:cNvPr>
            <p:cNvSpPr/>
            <p:nvPr/>
          </p:nvSpPr>
          <p:spPr>
            <a:xfrm>
              <a:off x="3954378" y="4784556"/>
              <a:ext cx="914400" cy="5293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WPD6</a:t>
              </a:r>
            </a:p>
          </p:txBody>
        </p:sp>
        <p:sp>
          <p:nvSpPr>
            <p:cNvPr id="14" name="Left Brace 13">
              <a:extLst>
                <a:ext uri="{FF2B5EF4-FFF2-40B4-BE49-F238E27FC236}">
                  <a16:creationId xmlns:a16="http://schemas.microsoft.com/office/drawing/2014/main" id="{BE36B864-B4EE-FE99-8E42-BAD54CA5C94F}"/>
                </a:ext>
              </a:extLst>
            </p:cNvPr>
            <p:cNvSpPr/>
            <p:nvPr/>
          </p:nvSpPr>
          <p:spPr>
            <a:xfrm>
              <a:off x="4838698" y="1078276"/>
              <a:ext cx="585537" cy="73593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A9BD37D-BD28-7396-A0C5-9D39B2CC0F2D}"/>
                </a:ext>
              </a:extLst>
            </p:cNvPr>
            <p:cNvSpPr txBox="1"/>
            <p:nvPr/>
          </p:nvSpPr>
          <p:spPr>
            <a:xfrm>
              <a:off x="5424235" y="881955"/>
              <a:ext cx="6617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+mn-lt"/>
                  <a:ea typeface="等线" panose="02010600030101010101" pitchFamily="2" charset="-122"/>
                  <a:cs typeface="Times New Roman" panose="02020603050405020304" pitchFamily="18" charset="0"/>
                </a:rPr>
                <a:t>1.90 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2D8CD5-BA8C-3C13-A1B1-274136AC564B}"/>
                </a:ext>
              </a:extLst>
            </p:cNvPr>
            <p:cNvSpPr txBox="1"/>
            <p:nvPr/>
          </p:nvSpPr>
          <p:spPr>
            <a:xfrm>
              <a:off x="5434261" y="1603842"/>
              <a:ext cx="6617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+mn-lt"/>
                  <a:ea typeface="等线" panose="02010600030101010101" pitchFamily="2" charset="-122"/>
                  <a:cs typeface="Times New Roman" panose="02020603050405020304" pitchFamily="18" charset="0"/>
                </a:rPr>
                <a:t>3.7</a:t>
              </a:r>
              <a:endParaRPr lang="en-US" dirty="0"/>
            </a:p>
          </p:txBody>
        </p:sp>
        <p:sp>
          <p:nvSpPr>
            <p:cNvPr id="21" name="Left Brace 20">
              <a:extLst>
                <a:ext uri="{FF2B5EF4-FFF2-40B4-BE49-F238E27FC236}">
                  <a16:creationId xmlns:a16="http://schemas.microsoft.com/office/drawing/2014/main" id="{DDED6541-B538-A687-CC32-93A47F765116}"/>
                </a:ext>
              </a:extLst>
            </p:cNvPr>
            <p:cNvSpPr/>
            <p:nvPr/>
          </p:nvSpPr>
          <p:spPr>
            <a:xfrm>
              <a:off x="4838698" y="2222831"/>
              <a:ext cx="585537" cy="73593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Left Brace 21">
              <a:extLst>
                <a:ext uri="{FF2B5EF4-FFF2-40B4-BE49-F238E27FC236}">
                  <a16:creationId xmlns:a16="http://schemas.microsoft.com/office/drawing/2014/main" id="{CD744E10-B704-B7CC-4AE7-5BFB22849D52}"/>
                </a:ext>
              </a:extLst>
            </p:cNvPr>
            <p:cNvSpPr/>
            <p:nvPr/>
          </p:nvSpPr>
          <p:spPr>
            <a:xfrm>
              <a:off x="4868778" y="3429995"/>
              <a:ext cx="585537" cy="73593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6FA89403-B701-D9E0-3BE1-2380EDAF4F07}"/>
                </a:ext>
              </a:extLst>
            </p:cNvPr>
            <p:cNvSpPr/>
            <p:nvPr/>
          </p:nvSpPr>
          <p:spPr>
            <a:xfrm>
              <a:off x="4868778" y="4769508"/>
              <a:ext cx="585537" cy="73593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41F4D02-0601-C7C0-98B8-58F91692CDA7}"/>
                </a:ext>
              </a:extLst>
            </p:cNvPr>
            <p:cNvSpPr txBox="1"/>
            <p:nvPr/>
          </p:nvSpPr>
          <p:spPr>
            <a:xfrm>
              <a:off x="5410697" y="2019478"/>
              <a:ext cx="6617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+mn-lt"/>
                  <a:ea typeface="等线" panose="02010600030101010101" pitchFamily="2" charset="-122"/>
                  <a:cs typeface="Times New Roman" panose="02020603050405020304" pitchFamily="18" charset="0"/>
                </a:rPr>
                <a:t>4.7 </a:t>
              </a:r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C5EC165-3113-D8D7-6CB3-AE9B57B50F9A}"/>
                </a:ext>
              </a:extLst>
            </p:cNvPr>
            <p:cNvSpPr txBox="1"/>
            <p:nvPr/>
          </p:nvSpPr>
          <p:spPr>
            <a:xfrm>
              <a:off x="5454315" y="2789490"/>
              <a:ext cx="6617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+mn-lt"/>
                  <a:ea typeface="等线" panose="02010600030101010101" pitchFamily="2" charset="-122"/>
                  <a:cs typeface="Times New Roman" panose="02020603050405020304" pitchFamily="18" charset="0"/>
                </a:rPr>
                <a:t>6.5 </a:t>
              </a:r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36E5E4-2C95-4D32-13BD-7770D835D799}"/>
                </a:ext>
              </a:extLst>
            </p:cNvPr>
            <p:cNvSpPr txBox="1"/>
            <p:nvPr/>
          </p:nvSpPr>
          <p:spPr>
            <a:xfrm>
              <a:off x="5426241" y="3264205"/>
              <a:ext cx="6617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+mn-lt"/>
                  <a:ea typeface="等线" panose="02010600030101010101" pitchFamily="2" charset="-122"/>
                  <a:cs typeface="Times New Roman" panose="02020603050405020304" pitchFamily="18" charset="0"/>
                </a:rPr>
                <a:t>7.5</a:t>
              </a:r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AA94B60-4746-9117-4A0C-2CCCFBA42B49}"/>
                </a:ext>
              </a:extLst>
            </p:cNvPr>
            <p:cNvSpPr txBox="1"/>
            <p:nvPr/>
          </p:nvSpPr>
          <p:spPr>
            <a:xfrm>
              <a:off x="5454315" y="3975138"/>
              <a:ext cx="6617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+mn-lt"/>
                  <a:ea typeface="等线" panose="02010600030101010101" pitchFamily="2" charset="-122"/>
                  <a:cs typeface="Times New Roman" panose="02020603050405020304" pitchFamily="18" charset="0"/>
                </a:rPr>
                <a:t>9.36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3D5AE3-9DC4-BF99-61BB-CC1E82C5FE66}"/>
                </a:ext>
              </a:extLst>
            </p:cNvPr>
            <p:cNvSpPr txBox="1"/>
            <p:nvPr/>
          </p:nvSpPr>
          <p:spPr>
            <a:xfrm>
              <a:off x="5410697" y="4606726"/>
              <a:ext cx="7890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+mn-lt"/>
                  <a:ea typeface="等线" panose="02010600030101010101" pitchFamily="2" charset="-122"/>
                  <a:cs typeface="Times New Roman" panose="02020603050405020304" pitchFamily="18" charset="0"/>
                </a:rPr>
                <a:t>10.48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5411D5-3044-05FB-9807-1B3B3EEB0163}"/>
                </a:ext>
              </a:extLst>
            </p:cNvPr>
            <p:cNvSpPr txBox="1"/>
            <p:nvPr/>
          </p:nvSpPr>
          <p:spPr>
            <a:xfrm>
              <a:off x="5416714" y="5320781"/>
              <a:ext cx="7890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+mn-lt"/>
                  <a:ea typeface="等线" panose="02010600030101010101" pitchFamily="2" charset="-122"/>
                  <a:cs typeface="Times New Roman" panose="02020603050405020304" pitchFamily="18" charset="0"/>
                </a:rPr>
                <a:t>12.40</a:t>
              </a:r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A4A7A78-398B-87BB-052B-398C6208C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15" y="-221419"/>
            <a:ext cx="8869013" cy="14003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2CFE3A-F117-6C0C-901C-2C2AF8B8581C}"/>
              </a:ext>
            </a:extLst>
          </p:cNvPr>
          <p:cNvSpPr txBox="1"/>
          <p:nvPr/>
        </p:nvSpPr>
        <p:spPr>
          <a:xfrm>
            <a:off x="7031654" y="2018587"/>
            <a:ext cx="34747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WPD1 : 1.9 – 6.5 GHz,4 rings</a:t>
            </a:r>
          </a:p>
          <a:p>
            <a:r>
              <a:rPr lang="en-US" dirty="0"/>
              <a:t>WPD3 : 1.9 – 3.7 GHz,2 rings WPD4: 4.7 – 6.5 GHz,2 rings</a:t>
            </a:r>
          </a:p>
          <a:p>
            <a:r>
              <a:rPr lang="en-US" dirty="0"/>
              <a:t>WPD2 : 7.5 – 12.40GHz,4 rings</a:t>
            </a:r>
          </a:p>
          <a:p>
            <a:r>
              <a:rPr lang="en-US" dirty="0"/>
              <a:t>WPD5 : 7.5 – 9.36 GHz,2 rings</a:t>
            </a:r>
          </a:p>
          <a:p>
            <a:r>
              <a:rPr lang="en-US" dirty="0"/>
              <a:t>WPD6 : 10.36 – 12.40 GHz,2 rings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3CE088-085C-F772-27BE-2EA80D175116}"/>
              </a:ext>
            </a:extLst>
          </p:cNvPr>
          <p:cNvSpPr txBox="1"/>
          <p:nvPr/>
        </p:nvSpPr>
        <p:spPr>
          <a:xfrm>
            <a:off x="7076661" y="3901711"/>
            <a:ext cx="2768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Coco: WPD3,WPD4,WPD2</a:t>
            </a:r>
          </a:p>
        </p:txBody>
      </p:sp>
    </p:spTree>
    <p:extLst>
      <p:ext uri="{BB962C8B-B14F-4D97-AF65-F5344CB8AC3E}">
        <p14:creationId xmlns:p14="http://schemas.microsoft.com/office/powerpoint/2010/main" val="224771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EA6876-6BE6-6E77-21E2-C21FF3463285}"/>
              </a:ext>
            </a:extLst>
          </p:cNvPr>
          <p:cNvSpPr txBox="1"/>
          <p:nvPr/>
        </p:nvSpPr>
        <p:spPr>
          <a:xfrm>
            <a:off x="81363" y="122924"/>
            <a:ext cx="2661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WPD5:7.5-9.5 GHz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9DCFE3-8BCD-6DAE-192C-21F968146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1" y="763316"/>
            <a:ext cx="6388543" cy="3262599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3595432-E1A5-B810-9510-81A254898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448576"/>
              </p:ext>
            </p:extLst>
          </p:nvPr>
        </p:nvGraphicFramePr>
        <p:xfrm>
          <a:off x="584751" y="4296975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779682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70574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44663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W(mil)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L(90 degree)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72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208.25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16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213.23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022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502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23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20A29B-F823-4B3D-2843-1FD7814D6E13}"/>
              </a:ext>
            </a:extLst>
          </p:cNvPr>
          <p:cNvSpPr txBox="1"/>
          <p:nvPr/>
        </p:nvSpPr>
        <p:spPr>
          <a:xfrm>
            <a:off x="81363" y="122924"/>
            <a:ext cx="2661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WPD6:10-12 GHz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AAD73F-6591-6F15-64F3-23C8995D6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06" y="492256"/>
            <a:ext cx="8589745" cy="443341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345A437-7BFE-010F-1850-57D22AFB4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880675"/>
              </p:ext>
            </p:extLst>
          </p:nvPr>
        </p:nvGraphicFramePr>
        <p:xfrm>
          <a:off x="688118" y="5020544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779682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70574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44663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W(mil)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L(90 degree)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72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208.25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16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213.23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022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502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632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70FC87-D00E-FE30-3B7D-1D835CCB3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86" y="484907"/>
            <a:ext cx="10393225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16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19ECEE-9A5F-1974-03F5-F8BD16860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84" y="762000"/>
            <a:ext cx="12192000" cy="533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246A70-AAB7-87CF-973C-2B3AA15A5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926" y="4674361"/>
            <a:ext cx="4316122" cy="28448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7C40DB-434A-F75E-A68C-2E626D811BAA}"/>
              </a:ext>
            </a:extLst>
          </p:cNvPr>
          <p:cNvSpPr txBox="1"/>
          <p:nvPr/>
        </p:nvSpPr>
        <p:spPr>
          <a:xfrm>
            <a:off x="184484" y="155007"/>
            <a:ext cx="2558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WPD5:7.5-9.5 GHz</a:t>
            </a:r>
          </a:p>
        </p:txBody>
      </p:sp>
    </p:spTree>
    <p:extLst>
      <p:ext uri="{BB962C8B-B14F-4D97-AF65-F5344CB8AC3E}">
        <p14:creationId xmlns:p14="http://schemas.microsoft.com/office/powerpoint/2010/main" val="3733163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0DF3D-25EE-CDCE-0FB7-9E803F1F2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09" y="765530"/>
            <a:ext cx="12192000" cy="53269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BEE20D-063F-27ED-1C55-0284EC3F3848}"/>
              </a:ext>
            </a:extLst>
          </p:cNvPr>
          <p:cNvSpPr txBox="1"/>
          <p:nvPr/>
        </p:nvSpPr>
        <p:spPr>
          <a:xfrm>
            <a:off x="256674" y="256646"/>
            <a:ext cx="2558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WPD5:7.5-9.5 GHz</a:t>
            </a:r>
          </a:p>
        </p:txBody>
      </p:sp>
    </p:spTree>
    <p:extLst>
      <p:ext uri="{BB962C8B-B14F-4D97-AF65-F5344CB8AC3E}">
        <p14:creationId xmlns:p14="http://schemas.microsoft.com/office/powerpoint/2010/main" val="4024270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BFBBE0-7EF1-FA81-2A95-11D393291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0" y="0"/>
            <a:ext cx="12192000" cy="5426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C27B66-8650-8377-CDFB-146E327E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77" t="8661" r="12985" b="13771"/>
          <a:stretch>
            <a:fillRect/>
          </a:stretch>
        </p:blipFill>
        <p:spPr>
          <a:xfrm>
            <a:off x="9085634" y="3599235"/>
            <a:ext cx="2322502" cy="266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73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33C89B-BEA3-592D-EED8-3017C23B5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17" y="370329"/>
            <a:ext cx="12192000" cy="5423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0F07B6-00D7-7EDD-3DFC-AE8FA6767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910" y="4312054"/>
            <a:ext cx="2470825" cy="2364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42DB52-16D4-2E95-7E8E-E7C62905B6F0}"/>
              </a:ext>
            </a:extLst>
          </p:cNvPr>
          <p:cNvSpPr txBox="1"/>
          <p:nvPr/>
        </p:nvSpPr>
        <p:spPr>
          <a:xfrm>
            <a:off x="437745" y="326980"/>
            <a:ext cx="3599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Wpd5_v3_output_port</a:t>
            </a:r>
          </a:p>
        </p:txBody>
      </p:sp>
    </p:spTree>
    <p:extLst>
      <p:ext uri="{BB962C8B-B14F-4D97-AF65-F5344CB8AC3E}">
        <p14:creationId xmlns:p14="http://schemas.microsoft.com/office/powerpoint/2010/main" val="282732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91390-78A0-E55B-D42F-9D830B86D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08" y="727413"/>
            <a:ext cx="12192000" cy="54031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545B0-BF2C-D180-4635-F1F8DF3C6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00" y="98802"/>
            <a:ext cx="2673459" cy="241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10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5670</TotalTime>
  <Words>165</Words>
  <Application>Microsoft Office PowerPoint</Application>
  <PresentationFormat>Widescreen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Wilkinson Power Divider Simulation</vt:lpstr>
      <vt:lpstr>F = [2  5] GHz</vt:lpstr>
      <vt:lpstr>F = [5  6.7] GHz</vt:lpstr>
      <vt:lpstr>F = [7.3  9] GHz</vt:lpstr>
      <vt:lpstr>F = [9  12] GHz</vt:lpstr>
      <vt:lpstr>NSF WPD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Xinhang Xu</dc:creator>
  <cp:lastModifiedBy>Xinhang Xu</cp:lastModifiedBy>
  <cp:revision>6</cp:revision>
  <dcterms:created xsi:type="dcterms:W3CDTF">2025-10-06T02:05:04Z</dcterms:created>
  <dcterms:modified xsi:type="dcterms:W3CDTF">2026-09-06T01:49:40Z</dcterms:modified>
</cp:coreProperties>
</file>