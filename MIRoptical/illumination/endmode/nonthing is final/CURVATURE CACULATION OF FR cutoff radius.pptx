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ti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427F2-0A90-4CE9-B2B9-B22173C2A241}" type="datetimeFigureOut">
              <a:rPr lang="zh-CN" altLang="en-US" smtClean="0"/>
              <a:t>2020/1/13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526B1-991F-4955-8599-7134EB3198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61597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427F2-0A90-4CE9-B2B9-B22173C2A241}" type="datetimeFigureOut">
              <a:rPr lang="zh-CN" altLang="en-US" smtClean="0"/>
              <a:t>2020/1/13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526B1-991F-4955-8599-7134EB3198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00525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427F2-0A90-4CE9-B2B9-B22173C2A241}" type="datetimeFigureOut">
              <a:rPr lang="zh-CN" altLang="en-US" smtClean="0"/>
              <a:t>2020/1/13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526B1-991F-4955-8599-7134EB3198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1901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427F2-0A90-4CE9-B2B9-B22173C2A241}" type="datetimeFigureOut">
              <a:rPr lang="zh-CN" altLang="en-US" smtClean="0"/>
              <a:t>2020/1/13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526B1-991F-4955-8599-7134EB3198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90989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427F2-0A90-4CE9-B2B9-B22173C2A241}" type="datetimeFigureOut">
              <a:rPr lang="zh-CN" altLang="en-US" smtClean="0"/>
              <a:t>2020/1/13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526B1-991F-4955-8599-7134EB3198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68076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427F2-0A90-4CE9-B2B9-B22173C2A241}" type="datetimeFigureOut">
              <a:rPr lang="zh-CN" altLang="en-US" smtClean="0"/>
              <a:t>2020/1/13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526B1-991F-4955-8599-7134EB3198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1486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427F2-0A90-4CE9-B2B9-B22173C2A241}" type="datetimeFigureOut">
              <a:rPr lang="zh-CN" altLang="en-US" smtClean="0"/>
              <a:t>2020/1/13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526B1-991F-4955-8599-7134EB3198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2587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427F2-0A90-4CE9-B2B9-B22173C2A241}" type="datetimeFigureOut">
              <a:rPr lang="zh-CN" altLang="en-US" smtClean="0"/>
              <a:t>2020/1/13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526B1-991F-4955-8599-7134EB3198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2739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427F2-0A90-4CE9-B2B9-B22173C2A241}" type="datetimeFigureOut">
              <a:rPr lang="zh-CN" altLang="en-US" smtClean="0"/>
              <a:t>2020/1/13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526B1-991F-4955-8599-7134EB3198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93019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427F2-0A90-4CE9-B2B9-B22173C2A241}" type="datetimeFigureOut">
              <a:rPr lang="zh-CN" altLang="en-US" smtClean="0"/>
              <a:t>2020/1/13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526B1-991F-4955-8599-7134EB3198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7089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427F2-0A90-4CE9-B2B9-B22173C2A241}" type="datetimeFigureOut">
              <a:rPr lang="zh-CN" altLang="en-US" smtClean="0"/>
              <a:t>2020/1/13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526B1-991F-4955-8599-7134EB3198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03618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2427F2-0A90-4CE9-B2B9-B22173C2A241}" type="datetimeFigureOut">
              <a:rPr lang="zh-CN" altLang="en-US" smtClean="0"/>
              <a:t>2020/1/13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5526B1-991F-4955-8599-7134EB3198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9709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"/><Relationship Id="rId2" Type="http://schemas.openxmlformats.org/officeDocument/2006/relationships/image" Target="../media/image3.t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tif"/><Relationship Id="rId2" Type="http://schemas.openxmlformats.org/officeDocument/2006/relationships/image" Target="../media/image5.t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i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tif"/><Relationship Id="rId2" Type="http://schemas.openxmlformats.org/officeDocument/2006/relationships/image" Target="../media/image9.t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 smtClean="0"/>
              <a:t>CURVATURE CACULATION OF</a:t>
            </a:r>
            <a:r>
              <a:rPr lang="zh-CN" altLang="en-US" dirty="0" smtClean="0"/>
              <a:t/>
            </a:r>
            <a:br>
              <a:rPr lang="zh-CN" altLang="en-US" dirty="0" smtClean="0"/>
            </a:br>
            <a:r>
              <a:rPr lang="en-US" altLang="zh-CN" dirty="0" smtClean="0"/>
              <a:t>RIGHTHAND FREQUENCY CUTOFF LAYER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 err="1" smtClean="0"/>
              <a:t>Xxh</a:t>
            </a:r>
            <a:endParaRPr lang="en-US" altLang="zh-CN" dirty="0" smtClean="0"/>
          </a:p>
          <a:p>
            <a:r>
              <a:rPr lang="en-US" altLang="zh-CN" dirty="0" smtClean="0"/>
              <a:t>20200112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829750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一：</a:t>
            </a:r>
            <a:r>
              <a:rPr lang="en-US" altLang="zh-CN" dirty="0" smtClean="0"/>
              <a:t>prerequisite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zh-CN" dirty="0" smtClean="0"/>
                  <a:t>1.magnetic surface       </a:t>
                </a:r>
              </a:p>
              <a:p>
                <a:pPr marL="0" indent="0">
                  <a:buNone/>
                </a:pPr>
                <a:r>
                  <a:rPr lang="en-US" altLang="zh-CN" dirty="0" smtClean="0"/>
                  <a:t> the magnetic flux can be downloaded from </a:t>
                </a:r>
                <a:r>
                  <a:rPr lang="en-US" altLang="zh-CN" dirty="0" err="1" smtClean="0"/>
                  <a:t>efit</a:t>
                </a:r>
                <a:r>
                  <a:rPr lang="en-US" altLang="zh-CN" dirty="0" smtClean="0"/>
                  <a:t> program.</a:t>
                </a:r>
              </a:p>
              <a:p>
                <a:pPr marL="0" indent="0">
                  <a:buNone/>
                </a:pPr>
                <a:r>
                  <a:rPr lang="en-US" altLang="zh-CN" dirty="0" smtClean="0"/>
                  <a:t>2.density profile along radius in mid-plane  </a:t>
                </a:r>
              </a:p>
              <a:p>
                <a:pPr marL="0" indent="0">
                  <a:buNone/>
                </a:pPr>
                <a:r>
                  <a:rPr lang="en-US" altLang="zh-CN" dirty="0" smtClean="0"/>
                  <a:t> </a:t>
                </a:r>
                <a:r>
                  <a:rPr lang="en-US" altLang="zh-CN" dirty="0"/>
                  <a:t>a</a:t>
                </a:r>
                <a:r>
                  <a:rPr lang="en-US" altLang="zh-CN" dirty="0" smtClean="0"/>
                  <a:t>ssumption: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i="1" dirty="0" smtClean="0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 ∗</m:t>
                      </m:r>
                      <m:sSup>
                        <m:sSup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p>
                                <m:sSupPr>
                                  <m:ctrlP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p>
                                  <m:r>
                                    <a:rPr lang="en-US" altLang="zh-CN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b="0" i="1" dirty="0" smtClean="0">
                          <a:latin typeface="Cambria Math" panose="02040503050406030204" pitchFamily="18" charset="0"/>
                        </a:rPr>
                        <m:t>;</m:t>
                      </m:r>
                    </m:oMath>
                  </m:oMathPara>
                </a14:m>
                <a:endParaRPr lang="en-US" altLang="zh-CN" b="0" dirty="0" smtClean="0"/>
              </a:p>
              <a:p>
                <a:pPr marL="0" indent="0">
                  <a:buNone/>
                </a:pPr>
                <a:r>
                  <a:rPr lang="en-US" altLang="zh-CN" dirty="0" smtClean="0"/>
                  <a:t>3.Magnetic distribution(IT)</a:t>
                </a:r>
              </a:p>
              <a:p>
                <a:pPr marL="0" indent="0">
                  <a:buNone/>
                </a:pPr>
                <a:endParaRPr lang="en-US" altLang="zh-CN" b="0" dirty="0" smtClean="0"/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941024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3966" y="0"/>
            <a:ext cx="10515600" cy="1325563"/>
          </a:xfrm>
        </p:spPr>
        <p:txBody>
          <a:bodyPr/>
          <a:lstStyle/>
          <a:p>
            <a:r>
              <a:rPr lang="zh-CN" altLang="en-US" dirty="0" smtClean="0"/>
              <a:t>二：</a:t>
            </a:r>
            <a:r>
              <a:rPr lang="en-US" altLang="zh-CN" dirty="0" smtClean="0"/>
              <a:t>magnetic flux and density profile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244415" y="950809"/>
            <a:ext cx="6096000" cy="59093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b="0" i="0" u="none" strike="noStrike" baseline="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close </a:t>
            </a:r>
            <a:r>
              <a:rPr lang="en-US" altLang="zh-CN" b="0" i="0" u="none" strike="noStrike" baseline="0" dirty="0" smtClean="0">
                <a:solidFill>
                  <a:srgbClr val="993300"/>
                </a:solidFill>
                <a:latin typeface="Courier New" panose="02070309020205020404" pitchFamily="49" charset="0"/>
              </a:rPr>
              <a:t>all</a:t>
            </a:r>
          </a:p>
          <a:p>
            <a:r>
              <a:rPr lang="en-US" altLang="zh-CN" b="0" i="0" u="none" strike="noStrike" baseline="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clear </a:t>
            </a:r>
            <a:r>
              <a:rPr lang="en-US" altLang="zh-CN" b="0" i="0" u="none" strike="noStrike" baseline="0" dirty="0" smtClean="0">
                <a:solidFill>
                  <a:srgbClr val="993300"/>
                </a:solidFill>
                <a:latin typeface="Courier New" panose="02070309020205020404" pitchFamily="49" charset="0"/>
              </a:rPr>
              <a:t>all</a:t>
            </a:r>
          </a:p>
          <a:p>
            <a:r>
              <a:rPr lang="en-US" altLang="zh-CN" b="0" i="0" u="none" strike="noStrike" baseline="0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clc</a:t>
            </a:r>
            <a:endParaRPr lang="en-US" altLang="zh-CN" b="0" i="0" u="none" strike="noStrike" baseline="0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zh-CN" b="0" i="0" u="none" strike="noStrike" baseline="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shot=86999;</a:t>
            </a:r>
          </a:p>
          <a:p>
            <a:r>
              <a:rPr lang="en-US" altLang="zh-CN" b="0" i="0" u="none" strike="noStrike" baseline="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IT=10000;</a:t>
            </a:r>
          </a:p>
          <a:p>
            <a:r>
              <a:rPr lang="en-US" altLang="zh-CN" b="0" i="0" u="none" strike="noStrike" baseline="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R0=1.85;       </a:t>
            </a:r>
            <a:r>
              <a:rPr lang="en-US" altLang="zh-CN" b="0" i="0" u="none" strike="noStrike" baseline="0" dirty="0" smtClean="0">
                <a:solidFill>
                  <a:srgbClr val="3B7156"/>
                </a:solidFill>
                <a:latin typeface="Courier New" panose="02070309020205020404" pitchFamily="49" charset="0"/>
              </a:rPr>
              <a:t>% major radius</a:t>
            </a:r>
          </a:p>
          <a:p>
            <a:r>
              <a:rPr lang="en-US" altLang="zh-CN" b="0" i="0" u="none" strike="noStrike" baseline="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n0=3*1e19;</a:t>
            </a:r>
          </a:p>
          <a:p>
            <a:r>
              <a:rPr lang="en-US" altLang="zh-CN" b="0" i="0" u="none" strike="noStrike" baseline="0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for</a:t>
            </a:r>
            <a:r>
              <a:rPr lang="en-US" altLang="zh-CN" b="0" i="0" u="none" strike="noStrike" baseline="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t=5       </a:t>
            </a:r>
          </a:p>
          <a:p>
            <a:r>
              <a:rPr lang="en-US" altLang="zh-CN" b="0" i="0" u="none" strike="noStrike" baseline="0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tslice</a:t>
            </a:r>
            <a:r>
              <a:rPr lang="en-US" altLang="zh-CN" b="0" i="0" u="none" strike="noStrike" baseline="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=t;</a:t>
            </a:r>
          </a:p>
          <a:p>
            <a:r>
              <a:rPr lang="en-US" altLang="zh-CN" b="0" i="0" u="none" strike="noStrike" baseline="0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defit</a:t>
            </a:r>
            <a:r>
              <a:rPr lang="en-US" altLang="zh-CN" b="0" i="0" u="none" strike="noStrike" baseline="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en-US" altLang="zh-CN" b="0" i="0" u="none" strike="noStrike" baseline="0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read_efit_data</a:t>
            </a:r>
            <a:r>
              <a:rPr lang="en-US" altLang="zh-CN" b="0" i="0" u="none" strike="noStrike" baseline="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(</a:t>
            </a:r>
            <a:r>
              <a:rPr lang="en-US" altLang="zh-CN" b="0" i="0" u="none" strike="noStrike" baseline="0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shot,tslice</a:t>
            </a:r>
            <a:r>
              <a:rPr lang="en-US" altLang="zh-CN" b="0" i="0" u="none" strike="noStrike" baseline="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r>
              <a:rPr lang="en-US" altLang="zh-CN" b="0" i="0" u="none" strike="noStrike" baseline="0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x_raw</a:t>
            </a:r>
            <a:r>
              <a:rPr lang="en-US" altLang="zh-CN" b="0" i="0" u="none" strike="noStrike" baseline="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=defit.refit-1.85;</a:t>
            </a:r>
          </a:p>
          <a:p>
            <a:r>
              <a:rPr lang="en-US" altLang="zh-CN" b="0" i="0" u="none" strike="noStrike" baseline="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z=</a:t>
            </a:r>
            <a:r>
              <a:rPr lang="en-US" altLang="zh-CN" b="0" i="0" u="none" strike="noStrike" baseline="0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defit.zefit</a:t>
            </a:r>
            <a:r>
              <a:rPr lang="en-US" altLang="zh-CN" b="0" i="0" u="none" strike="noStrike" baseline="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en-US" altLang="zh-CN" b="0" i="0" u="none" strike="noStrike" baseline="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[a,~]=find( </a:t>
            </a:r>
            <a:r>
              <a:rPr lang="en-US" altLang="zh-CN" b="0" i="0" u="none" strike="noStrike" baseline="0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x_raw</a:t>
            </a:r>
            <a:r>
              <a:rPr lang="en-US" altLang="zh-CN" b="0" i="0" u="none" strike="noStrike" baseline="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&gt;-0.45 &amp; </a:t>
            </a:r>
            <a:r>
              <a:rPr lang="en-US" altLang="zh-CN" b="0" i="0" u="none" strike="noStrike" baseline="0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x_raw</a:t>
            </a:r>
            <a:r>
              <a:rPr lang="en-US" altLang="zh-CN" b="0" i="0" u="none" strike="noStrike" baseline="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&lt;0.45 );</a:t>
            </a:r>
          </a:p>
          <a:p>
            <a:r>
              <a:rPr lang="en-US" altLang="zh-CN" b="0" i="0" u="none" strike="noStrike" baseline="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x=</a:t>
            </a:r>
            <a:r>
              <a:rPr lang="en-US" altLang="zh-CN" b="0" i="0" u="none" strike="noStrike" baseline="0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x_raw</a:t>
            </a:r>
            <a:r>
              <a:rPr lang="en-US" altLang="zh-CN" b="0" i="0" u="none" strike="noStrike" baseline="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(a);</a:t>
            </a:r>
          </a:p>
          <a:p>
            <a:r>
              <a:rPr lang="en-US" altLang="zh-CN" b="0" i="0" u="none" strike="noStrike" baseline="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rho=x/0.45;</a:t>
            </a:r>
          </a:p>
          <a:p>
            <a:r>
              <a:rPr lang="en-US" altLang="zh-CN" b="0" i="0" u="none" strike="noStrike" baseline="0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psi_raw</a:t>
            </a:r>
            <a:r>
              <a:rPr lang="en-US" altLang="zh-CN" b="0" i="0" u="none" strike="noStrike" baseline="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=</a:t>
            </a:r>
            <a:r>
              <a:rPr lang="en-US" altLang="zh-CN" b="0" i="0" u="none" strike="noStrike" baseline="0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defit.psirz</a:t>
            </a:r>
            <a:r>
              <a:rPr lang="en-US" altLang="zh-CN" b="0" i="0" u="none" strike="noStrike" baseline="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';</a:t>
            </a:r>
          </a:p>
          <a:p>
            <a:r>
              <a:rPr lang="en-US" altLang="zh-CN" b="0" i="0" u="none" strike="noStrike" baseline="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psi=</a:t>
            </a:r>
            <a:r>
              <a:rPr lang="en-US" altLang="zh-CN" b="0" i="0" u="none" strike="noStrike" baseline="0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psi_raw</a:t>
            </a:r>
            <a:r>
              <a:rPr lang="en-US" altLang="zh-CN" b="0" i="0" u="none" strike="noStrike" baseline="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(:,a)    ;</a:t>
            </a:r>
          </a:p>
          <a:p>
            <a:r>
              <a:rPr lang="en-US" altLang="zh-CN" b="0" i="0" u="none" strike="noStrike" baseline="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[</a:t>
            </a:r>
            <a:r>
              <a:rPr lang="en-US" altLang="zh-CN" b="0" i="0" u="none" strike="noStrike" baseline="0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C,h</a:t>
            </a:r>
            <a:r>
              <a:rPr lang="en-US" altLang="zh-CN" b="0" i="0" u="none" strike="noStrike" baseline="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]=contour(x,z,psi,200);</a:t>
            </a:r>
          </a:p>
          <a:p>
            <a:r>
              <a:rPr lang="en-US" altLang="zh-CN" b="0" i="0" u="none" strike="noStrike" baseline="0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mcrossection</a:t>
            </a:r>
            <a:r>
              <a:rPr lang="en-US" altLang="zh-CN" b="0" i="0" u="none" strike="noStrike" baseline="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(R0)</a:t>
            </a:r>
          </a:p>
          <a:p>
            <a:r>
              <a:rPr lang="en-US" altLang="zh-CN" b="0" i="0" u="none" strike="noStrike" baseline="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hold </a:t>
            </a:r>
            <a:r>
              <a:rPr lang="en-US" altLang="zh-CN" b="0" i="0" u="none" strike="noStrike" baseline="0" dirty="0" smtClean="0">
                <a:solidFill>
                  <a:srgbClr val="993300"/>
                </a:solidFill>
                <a:latin typeface="Courier New" panose="02070309020205020404" pitchFamily="49" charset="0"/>
              </a:rPr>
              <a:t>off</a:t>
            </a:r>
            <a:endParaRPr lang="en-US" altLang="zh-CN" b="0" i="0" u="none" strike="noStrike" baseline="0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zh-CN" b="0" i="0" u="none" strike="noStrike" baseline="0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end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2"/>
          <a:srcRect l="21718" t="1898" r="19950" b="-1898"/>
          <a:stretch/>
        </p:blipFill>
        <p:spPr>
          <a:xfrm>
            <a:off x="6569733" y="1325563"/>
            <a:ext cx="4290924" cy="5513664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7203056" y="1037380"/>
            <a:ext cx="3349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Contour line of magnetic flux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471533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964" y="599896"/>
            <a:ext cx="5801784" cy="4351338"/>
          </a:xfrm>
        </p:spPr>
      </p:pic>
      <p:sp>
        <p:nvSpPr>
          <p:cNvPr id="5" name="文本框 4"/>
          <p:cNvSpPr txBox="1"/>
          <p:nvPr/>
        </p:nvSpPr>
        <p:spPr>
          <a:xfrm>
            <a:off x="1449236" y="5305246"/>
            <a:ext cx="37352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Preset profile</a:t>
            </a:r>
            <a:r>
              <a:rPr lang="zh-CN" altLang="en-US" dirty="0"/>
              <a:t> </a:t>
            </a:r>
            <a:r>
              <a:rPr lang="en-US" altLang="zh-CN" dirty="0" smtClean="0"/>
              <a:t>of electron density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501" t="4402" r="27443" b="-1"/>
          <a:stretch/>
        </p:blipFill>
        <p:spPr>
          <a:xfrm>
            <a:off x="6625088" y="0"/>
            <a:ext cx="4110486" cy="6186076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748174" y="6001410"/>
            <a:ext cx="2771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Density profile</a:t>
            </a:r>
            <a:endParaRPr 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7964502" y="6024078"/>
            <a:ext cx="2771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Density distribution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21299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6265" y="30147"/>
            <a:ext cx="11947585" cy="1325563"/>
          </a:xfrm>
        </p:spPr>
        <p:txBody>
          <a:bodyPr/>
          <a:lstStyle/>
          <a:p>
            <a:r>
              <a:rPr lang="zh-CN" altLang="en-US" dirty="0" smtClean="0"/>
              <a:t>三：</a:t>
            </a:r>
            <a:r>
              <a:rPr lang="en-US" altLang="zh-CN" dirty="0" smtClean="0"/>
              <a:t>right hand </a:t>
            </a:r>
            <a:r>
              <a:rPr lang="en-US" altLang="zh-CN" dirty="0" smtClean="0"/>
              <a:t>cutoff frequency </a:t>
            </a:r>
            <a:r>
              <a:rPr lang="en-US" altLang="zh-CN" dirty="0" smtClean="0"/>
              <a:t>distribution and   cutoff curvature radius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514" y="1660539"/>
            <a:ext cx="5843077" cy="4382308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07" r="22659"/>
          <a:stretch/>
        </p:blipFill>
        <p:spPr>
          <a:xfrm>
            <a:off x="6773591" y="1446272"/>
            <a:ext cx="3856009" cy="500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6277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23" y="521273"/>
            <a:ext cx="5791702" cy="500525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7540" y="523585"/>
            <a:ext cx="6667500" cy="500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573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8543" y="1673981"/>
            <a:ext cx="5246024" cy="3792964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217" y="1673981"/>
            <a:ext cx="5171368" cy="3878526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3902" y="114960"/>
            <a:ext cx="11189898" cy="1325563"/>
          </a:xfrm>
        </p:spPr>
        <p:txBody>
          <a:bodyPr/>
          <a:lstStyle/>
          <a:p>
            <a:r>
              <a:rPr lang="en-US" altLang="zh-CN" dirty="0" smtClean="0"/>
              <a:t>Adjustable curvature of MIR illumination optical</a:t>
            </a:r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4306868" y="1974470"/>
            <a:ext cx="186111" cy="3199483"/>
          </a:xfrm>
          <a:prstGeom prst="rect">
            <a:avLst/>
          </a:prstGeom>
          <a:solidFill>
            <a:srgbClr val="FF0000">
              <a:alpha val="32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10919633" y="1974470"/>
            <a:ext cx="189354" cy="3121417"/>
          </a:xfrm>
          <a:prstGeom prst="rect">
            <a:avLst/>
          </a:prstGeom>
          <a:solidFill>
            <a:srgbClr val="FF0000">
              <a:alpha val="32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70855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Summary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1272736" cy="4351338"/>
          </a:xfrm>
        </p:spPr>
        <p:txBody>
          <a:bodyPr/>
          <a:lstStyle/>
          <a:p>
            <a:r>
              <a:rPr lang="en-US" altLang="zh-CN" dirty="0" smtClean="0"/>
              <a:t>1.the perfectly match position is suitable for radius from 0.25m to 0.45m.</a:t>
            </a:r>
          </a:p>
          <a:p>
            <a:r>
              <a:rPr lang="en-US" altLang="zh-CN" dirty="0" smtClean="0"/>
              <a:t>2.the cutoff curvature radius increase exponentially with minor radius.</a:t>
            </a:r>
          </a:p>
          <a:p>
            <a:r>
              <a:rPr lang="en-US" altLang="zh-CN" dirty="0" smtClean="0"/>
              <a:t>3.density distribution  still needs to validate from experiment.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694590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</TotalTime>
  <Words>163</Words>
  <Application>Microsoft Office PowerPoint</Application>
  <PresentationFormat>宽屏</PresentationFormat>
  <Paragraphs>42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5" baseType="lpstr">
      <vt:lpstr>宋体</vt:lpstr>
      <vt:lpstr>Arial</vt:lpstr>
      <vt:lpstr>Calibri</vt:lpstr>
      <vt:lpstr>Calibri Light</vt:lpstr>
      <vt:lpstr>Cambria Math</vt:lpstr>
      <vt:lpstr>Courier New</vt:lpstr>
      <vt:lpstr>Office 主题</vt:lpstr>
      <vt:lpstr>CURVATURE CACULATION OF RIGHTHAND FREQUENCY CUTOFF LAYER</vt:lpstr>
      <vt:lpstr>一：prerequisite</vt:lpstr>
      <vt:lpstr>二：magnetic flux and density profile</vt:lpstr>
      <vt:lpstr>PowerPoint 演示文稿</vt:lpstr>
      <vt:lpstr>三：right hand cutoff frequency distribution and   cutoff curvature radius</vt:lpstr>
      <vt:lpstr>PowerPoint 演示文稿</vt:lpstr>
      <vt:lpstr>Adjustable curvature of MIR illumination optical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Mir FR CUTOFF LAYER CURVATURE CACULATION</dc:title>
  <dc:creator>xuxh-pc</dc:creator>
  <cp:lastModifiedBy>813649224@qq.com</cp:lastModifiedBy>
  <cp:revision>13</cp:revision>
  <dcterms:created xsi:type="dcterms:W3CDTF">2020-01-12T15:13:11Z</dcterms:created>
  <dcterms:modified xsi:type="dcterms:W3CDTF">2020-01-12T18:18:27Z</dcterms:modified>
</cp:coreProperties>
</file>