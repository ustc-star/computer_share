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Trapping phenomenon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38401" y="4110790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10" y="9241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BF5EB1-37B5-3C91-D104-9E4888156330}"/>
              </a:ext>
            </a:extLst>
          </p:cNvPr>
          <p:cNvSpPr txBox="1"/>
          <p:nvPr/>
        </p:nvSpPr>
        <p:spPr>
          <a:xfrm>
            <a:off x="489284" y="1195137"/>
            <a:ext cx="37217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LCP E.M wave along z axis</a:t>
            </a:r>
          </a:p>
          <a:p>
            <a:pPr marL="342900" indent="-342900">
              <a:buAutoNum type="arabicPeriod"/>
            </a:pPr>
            <a:r>
              <a:rPr lang="en-US" dirty="0"/>
              <a:t>Static electric field along z axis</a:t>
            </a:r>
          </a:p>
          <a:p>
            <a:pPr marL="342900" indent="-342900">
              <a:buAutoNum type="arabicPeriod"/>
            </a:pPr>
            <a:r>
              <a:rPr lang="en-US" dirty="0"/>
              <a:t>Static magnetic field along z 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922421" y="3558368"/>
                <a:ext cx="328863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21" y="3558368"/>
                <a:ext cx="3288632" cy="923330"/>
              </a:xfrm>
              <a:prstGeom prst="rect">
                <a:avLst/>
              </a:prstGeom>
              <a:blipFill>
                <a:blip r:embed="rId2"/>
                <a:stretch>
                  <a:fillRect l="-1481" t="-3974" b="-4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9ABA76B-0D12-F9A4-1B3C-243AACAD84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4527" r="6122"/>
          <a:stretch/>
        </p:blipFill>
        <p:spPr bwMode="auto">
          <a:xfrm>
            <a:off x="4923573" y="958539"/>
            <a:ext cx="5900837" cy="589946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927836" y="3059668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Untracked situation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252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Cambria Math</vt:lpstr>
      <vt:lpstr>Office Theme</vt:lpstr>
      <vt:lpstr>Trapping analysis of a magnetic electron by a circularly polarized electromagnetic wave in static electric field </vt:lpstr>
      <vt:lpstr>Trapping phenomenon</vt:lpstr>
      <vt:lpstr>Pseudo-potential model for wave-electron interaction</vt:lpstr>
      <vt:lpstr>Trapping in anomalous doppler resonance (g = 1)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4</cp:revision>
  <dcterms:created xsi:type="dcterms:W3CDTF">2025-12-01T07:33:48Z</dcterms:created>
  <dcterms:modified xsi:type="dcterms:W3CDTF">2025-12-02T09:33:26Z</dcterms:modified>
</cp:coreProperties>
</file>