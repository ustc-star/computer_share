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r>
                            <a:rPr lang="en-US" i="1"/>
                            <m:t>𝑑</m:t>
                          </m:r>
                        </m:num>
                        <m:den>
                          <m:r>
                            <a:rPr lang="en-US" i="1"/>
                            <m:t>𝑑</m:t>
                          </m:r>
                          <m:sSup>
                            <m:sSupPr>
                              <m:ctrlPr>
                                <a:rPr lang="en-US" i="1"/>
                              </m:ctrlPr>
                            </m:sSupPr>
                            <m:e>
                              <m:r>
                                <a:rPr lang="en-US" i="1"/>
                                <m:t>𝑡</m:t>
                              </m:r>
                            </m:e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sSup>
                            <m:sSupPr>
                              <m:ctrlPr>
                                <a:rPr lang="en-US" i="1"/>
                              </m:ctrlPr>
                            </m:sSupPr>
                            <m:e>
                              <m:r>
                                <a:rPr lang="en-US" i="1"/>
                                <m:t>𝛾</m:t>
                              </m:r>
                            </m:e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/>
                              </m:ctrlPr>
                            </m:sSubSupPr>
                            <m:e>
                              <m:r>
                                <a:rPr lang="en-US" i="1"/>
                                <m:t>𝛽</m:t>
                              </m:r>
                            </m:e>
                            <m:sub>
                              <m:r>
                                <a:rPr lang="en-US" i="1"/>
                                <m:t>𝑧</m:t>
                              </m:r>
                            </m:sub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/>
                        <m:t>=</m:t>
                      </m:r>
                      <m:r>
                        <m:rPr>
                          <m:sty m:val="p"/>
                        </m:rPr>
                        <a:rPr lang="en-US"/>
                        <m:t>Ω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f>
                            <m:fPr>
                              <m:ctrlPr>
                                <a:rPr lang="en-US" i="1"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𝐸</m:t>
                                  </m:r>
                                </m:e>
                                <m:sub>
                                  <m:r>
                                    <a:rPr lang="en-US" i="1"/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/>
                                <m:t>𝑐</m:t>
                              </m:r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𝐵</m:t>
                                  </m:r>
                                </m:e>
                                <m:sub>
                                  <m:r>
                                    <a:rPr lang="en-US" i="1"/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/>
                              </m:ctrlPr>
                            </m:accPr>
                            <m:e>
                              <m:r>
                                <a:rPr lang="en-US" i="1"/>
                                <m:t>𝑧</m:t>
                              </m:r>
                            </m:e>
                          </m:acc>
                          <m:r>
                            <a:rPr lang="en-US" i="1"/>
                            <m:t>+</m:t>
                          </m:r>
                          <m:sSubSup>
                            <m:sSubSupPr>
                              <m:ctrlPr>
                                <a:rPr lang="en-US" i="1"/>
                              </m:ctrlPr>
                            </m:sSubSupPr>
                            <m:e>
                              <m:r>
                                <a:rPr lang="en-US" i="1"/>
                                <m:t>𝛽</m:t>
                              </m:r>
                            </m:e>
                            <m:sub>
                              <m:r>
                                <a:rPr lang="en-US" i="1"/>
                                <m:t>⊥</m:t>
                              </m:r>
                            </m:sub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bSup>
                          <m:r>
                            <a:rPr lang="en-US" i="1"/>
                            <m:t>×</m:t>
                          </m:r>
                          <m:f>
                            <m:fPr>
                              <m:ctrlPr>
                                <a:rPr lang="en-US" i="1"/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/>
                                  </m:ctrlPr>
                                </m:sSubSupPr>
                                <m:e>
                                  <m:r>
                                    <a:rPr lang="en-US" i="1"/>
                                    <m:t>𝐵</m:t>
                                  </m:r>
                                </m:e>
                                <m:sub>
                                  <m:r>
                                    <a:rPr lang="en-US" i="1"/>
                                    <m:t>⊥</m:t>
                                  </m:r>
                                </m:sub>
                                <m:sup>
                                  <m:r>
                                    <a:rPr lang="en-US" i="1"/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𝐵</m:t>
                                  </m:r>
                                </m:e>
                                <m:sub>
                                  <m:r>
                                    <a:rPr lang="en-US" i="1"/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r>
                            <a:rPr lang="en-US" i="1"/>
                            <m:t>𝑑</m:t>
                          </m:r>
                        </m:num>
                        <m:den>
                          <m:r>
                            <a:rPr lang="en-US" i="1"/>
                            <m:t>𝑑</m:t>
                          </m:r>
                          <m:sSup>
                            <m:sSupPr>
                              <m:ctrlPr>
                                <a:rPr lang="en-US" i="1"/>
                              </m:ctrlPr>
                            </m:sSupPr>
                            <m:e>
                              <m:r>
                                <a:rPr lang="en-US" i="1"/>
                                <m:t>𝑡</m:t>
                              </m:r>
                            </m:e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sSup>
                            <m:sSupPr>
                              <m:ctrlPr>
                                <a:rPr lang="en-US" i="1"/>
                              </m:ctrlPr>
                            </m:sSupPr>
                            <m:e>
                              <m:r>
                                <a:rPr lang="en-US" i="1"/>
                                <m:t>𝛾</m:t>
                              </m:r>
                            </m:e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/>
                              </m:ctrlPr>
                            </m:sSubSupPr>
                            <m:e>
                              <m:r>
                                <a:rPr lang="en-US" i="1"/>
                                <m:t>𝛽</m:t>
                              </m:r>
                            </m:e>
                            <m:sub>
                              <m:r>
                                <a:rPr lang="en-US" i="1"/>
                                <m:t>⊥</m:t>
                              </m:r>
                            </m:sub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/>
                        <m:t>=</m:t>
                      </m:r>
                      <m:r>
                        <m:rPr>
                          <m:sty m:val="p"/>
                        </m:rPr>
                        <a:rPr lang="en-US"/>
                        <m:t>Ω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/>
                              </m:ctrlPr>
                            </m:sSubSupPr>
                            <m:e>
                              <m:r>
                                <a:rPr lang="en-US" i="1"/>
                                <m:t>𝛽</m:t>
                              </m:r>
                            </m:e>
                            <m:sub>
                              <m:r>
                                <a:rPr lang="en-US" i="1"/>
                                <m:t>⊥</m:t>
                              </m:r>
                            </m:sub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bSup>
                          <m:r>
                            <a:rPr lang="en-US" i="1"/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/>
                              </m:ctrlPr>
                            </m:accPr>
                            <m:e>
                              <m:r>
                                <a:rPr lang="en-US" i="1"/>
                                <m:t>𝑧</m:t>
                              </m:r>
                            </m:e>
                          </m:acc>
                          <m:r>
                            <a:rPr lang="en-US" i="1"/>
                            <m:t>+</m:t>
                          </m:r>
                          <m:sSubSup>
                            <m:sSubSupPr>
                              <m:ctrlPr>
                                <a:rPr lang="en-US" i="1"/>
                              </m:ctrlPr>
                            </m:sSubSupPr>
                            <m:e>
                              <m:r>
                                <a:rPr lang="en-US" i="1"/>
                                <m:t>𝛽</m:t>
                              </m:r>
                            </m:e>
                            <m:sub>
                              <m:r>
                                <a:rPr lang="en-US" i="1"/>
                                <m:t>𝑧</m:t>
                              </m:r>
                            </m:sub>
                            <m:sup>
                              <m:r>
                                <a:rPr lang="en-US" i="1"/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/>
                              </m:ctrlPr>
                            </m:accPr>
                            <m:e>
                              <m:r>
                                <a:rPr lang="en-US" i="1"/>
                                <m:t>𝑧</m:t>
                              </m:r>
                            </m:e>
                          </m:acc>
                          <m:r>
                            <a:rPr lang="en-US" i="1"/>
                            <m:t>×</m:t>
                          </m:r>
                          <m:f>
                            <m:fPr>
                              <m:ctrlPr>
                                <a:rPr lang="en-US" i="1"/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/>
                                  </m:ctrlPr>
                                </m:sSubSupPr>
                                <m:e>
                                  <m:r>
                                    <a:rPr lang="en-US" i="1"/>
                                    <m:t>𝐵</m:t>
                                  </m:r>
                                </m:e>
                                <m:sub>
                                  <m:r>
                                    <a:rPr lang="en-US" i="1"/>
                                    <m:t>⊥</m:t>
                                  </m:r>
                                </m:sub>
                                <m:sup>
                                  <m:r>
                                    <a:rPr lang="en-US" i="1"/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𝐵</m:t>
                                  </m:r>
                                </m:e>
                                <m:sub>
                                  <m:r>
                                    <a:rPr lang="en-US" i="1"/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/>
                        </m:ctrlPr>
                      </m:fPr>
                      <m:num>
                        <m:sSup>
                          <m:sSupPr>
                            <m:ctrlPr>
                              <a:rPr lang="en-US" i="1"/>
                            </m:ctrlPr>
                          </m:sSupPr>
                          <m:e>
                            <m:r>
                              <a:rPr lang="en-US" i="1"/>
                              <m:t>𝑑</m:t>
                            </m:r>
                          </m:e>
                          <m:sup>
                            <m:r>
                              <a:rPr lang="en-US" i="1"/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/>
                          <m:t>𝑑</m:t>
                        </m:r>
                        <m:sSup>
                          <m:sSupPr>
                            <m:ctrlPr>
                              <a:rPr lang="en-US" i="1"/>
                            </m:ctrlPr>
                          </m:sSupPr>
                          <m:e>
                            <m:r>
                              <a:rPr lang="en-US" i="1"/>
                              <m:t>𝜏</m:t>
                            </m:r>
                          </m:e>
                          <m:sup>
                            <m:r>
                              <a:rPr lang="en-US" i="1"/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/>
                      <m:t>=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r>
                              <a:rPr lang="en-US" i="1"/>
                              <m:t>−</m:t>
                            </m:r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/>
                                    </m:ctrlPr>
                                  </m:sSubSupPr>
                                  <m:e>
                                    <m:r>
                                      <a:rPr lang="en-US" i="1"/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/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/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/>
                                    </m:ctrlPr>
                                  </m:sSubSupPr>
                                  <m:e>
                                    <m:r>
                                      <a:rPr lang="en-US" i="1"/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𝑧</m:t>
                                    </m:r>
                                    <m:r>
                                      <a:rPr lang="en-US" i="1"/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/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/>
                                  <m:t>2</m:t>
                                </m:r>
                              </m:den>
                            </m:f>
                            <m:r>
                              <a:rPr lang="en-US" i="1"/>
                              <m:t>+</m:t>
                            </m:r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/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/>
                                      <m:t>ς</m:t>
                                    </m:r>
                                    <m:r>
                                      <a:rPr lang="en-US" i="1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/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/>
                              <m:t>∫</m:t>
                            </m:r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/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/>
                                  <m:t>z</m:t>
                                </m:r>
                              </m:sub>
                            </m:sSub>
                            <m:r>
                              <a:rPr lang="en-US" i="1"/>
                              <m:t>𝑑</m:t>
                            </m:r>
                            <m:r>
                              <a:rPr lang="en-US" i="1"/>
                              <m:t>𝜏</m:t>
                            </m:r>
                            <m:r>
                              <a:rPr lang="en-US"/>
                              <m:t>+</m:t>
                            </m:r>
                            <m:r>
                              <a:rPr lang="en-US" i="1"/>
                              <m:t>𝛼</m:t>
                            </m:r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a:rPr lang="en-US" i="1"/>
                                  <m:t>𝛾</m:t>
                                </m:r>
                              </m:e>
                              <m:sub>
                                <m:r>
                                  <a:rPr lang="en-US" i="1"/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/>
                                </m:ctrlPr>
                              </m:sSupPr>
                              <m:e>
                                <m:r>
                                  <a:rPr lang="en-US" i="1"/>
                                  <m:t>𝜅</m:t>
                                </m:r>
                              </m:e>
                              <m:sup>
                                <m:r>
                                  <a:rPr lang="en-US" i="1"/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a:rPr lang="en-US" i="1"/>
                                  <m:t>𝛽</m:t>
                                </m:r>
                              </m:e>
                              <m:sub>
                                <m:r>
                                  <a:rPr lang="en-US" i="1"/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/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/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/>
                          <m:t>−</m:t>
                        </m:r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a:rPr lang="en-US" i="1"/>
                                  <m:t>𝜉</m:t>
                                </m:r>
                              </m:e>
                              <m:sub>
                                <m:r>
                                  <a:rPr lang="en-US" i="1"/>
                                  <m:t>𝑧</m:t>
                                </m:r>
                              </m:sub>
                            </m:sSub>
                            <m:r>
                              <a:rPr lang="en-US" i="1"/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/>
                            </m:ctrlPr>
                          </m:sSupPr>
                          <m:e>
                            <m:r>
                              <a:rPr lang="en-US" i="1"/>
                              <m:t>𝜅</m:t>
                            </m:r>
                          </m:e>
                          <m:sup>
                            <m:r>
                              <a:rPr lang="en-US" i="1"/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/>
                        </m:ctrlPr>
                      </m:fPr>
                      <m:num>
                        <m:sSup>
                          <m:sSupPr>
                            <m:ctrlPr>
                              <a:rPr lang="en-US" i="1"/>
                            </m:ctrlPr>
                          </m:sSupPr>
                          <m:e>
                            <m:r>
                              <a:rPr lang="en-US" i="1"/>
                              <m:t>𝑑</m:t>
                            </m:r>
                          </m:e>
                          <m:sup>
                            <m:r>
                              <a:rPr lang="en-US" i="1"/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/>
                          <m:t>𝑑</m:t>
                        </m:r>
                        <m:sSup>
                          <m:sSupPr>
                            <m:ctrlPr>
                              <a:rPr lang="en-US" i="1"/>
                            </m:ctrlPr>
                          </m:sSupPr>
                          <m:e>
                            <m:r>
                              <a:rPr lang="en-US" i="1"/>
                              <m:t>𝜏</m:t>
                            </m:r>
                          </m:e>
                          <m:sup>
                            <m:r>
                              <a:rPr lang="en-US" i="1"/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/>
                      <m:t>=−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𝜕𝜓</m:t>
                        </m:r>
                      </m:num>
                      <m:den>
                        <m:r>
                          <a:rPr lang="en-US" i="1"/>
                          <m:t>𝜕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/>
                          <m:t>1</m:t>
                        </m:r>
                      </m:num>
                      <m:den>
                        <m:r>
                          <a:rPr lang="en-US"/>
                          <m:t>2</m:t>
                        </m:r>
                      </m:den>
                    </m:f>
                    <m:sSup>
                      <m:sSupPr>
                        <m:ctrlPr>
                          <a:rPr lang="en-US" i="1"/>
                        </m:ctrlPr>
                      </m:sSupPr>
                      <m:e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r>
                                  <a:rPr lang="en-US" i="1"/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/>
                                  <m:t>𝑑</m:t>
                                </m:r>
                                <m:r>
                                  <a:rPr lang="en-US" i="1"/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/>
                          <m:t>2</m:t>
                        </m:r>
                      </m:sup>
                    </m:sSup>
                    <m:r>
                      <a:rPr lang="en-US" i="1"/>
                      <m:t>+</m:t>
                    </m:r>
                    <m:r>
                      <a:rPr lang="en-US" i="1"/>
                      <m:t>𝜓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/>
                      <m:t>=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𝑊</m:t>
                        </m:r>
                      </m:e>
                      <m:sub>
                        <m:r>
                          <a:rPr lang="en-US" i="1"/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𝑑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𝜉</m:t>
                            </m:r>
                          </m:e>
                          <m:sub>
                            <m:r>
                              <a:rPr lang="en-US" i="1"/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/>
                          <m:t>𝑑</m:t>
                        </m:r>
                        <m:r>
                          <a:rPr lang="en-US" i="1"/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/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/>
                            </m:ctrlPr>
                          </m:dPr>
                          <m:e>
                            <m:r>
                              <a:rPr lang="en-US" i="1"/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/>
                          <m:t>𝜏</m:t>
                        </m:r>
                        <m:r>
                          <a:rPr lang="en-US" i="1"/>
                          <m:t>=0</m:t>
                        </m:r>
                      </m:sub>
                    </m:sSub>
                    <m:r>
                      <a:rPr lang="en-US" i="1"/>
                      <m:t>=</m:t>
                    </m:r>
                    <m:r>
                      <a:rPr lang="en-US" i="1"/>
                      <m:t>𝑔𝑠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𝜅</m:t>
                        </m:r>
                      </m:e>
                      <m:sup>
                        <m:r>
                          <a:rPr lang="en-US" i="1"/>
                          <m:t>′</m:t>
                        </m:r>
                      </m:sup>
                    </m:sSup>
                    <m:r>
                      <a:rPr lang="en-US" i="1"/>
                      <m:t>𝑐𝑜𝑠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𝜙</m:t>
                        </m:r>
                      </m:e>
                      <m:sub>
                        <m:r>
                          <a:rPr lang="en-US" i="1"/>
                          <m:t>0</m:t>
                        </m:r>
                      </m:sub>
                    </m:sSub>
                    <m:r>
                      <a:rPr lang="en-US" i="1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𝜍</m:t>
                            </m:r>
                            <m:r>
                              <a:rPr lang="en-US" i="1"/>
                              <m:t>𝐸</m:t>
                            </m:r>
                          </m:e>
                          <m:sub>
                            <m:r>
                              <a:rPr lang="en-US" i="1"/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/>
                          <m:t>𝑐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𝐵</m:t>
                            </m:r>
                          </m:e>
                          <m:sub>
                            <m:r>
                              <a:rPr lang="en-US" i="1"/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s</m:t>
                    </m:r>
                    <m:r>
                      <a:rPr lang="en-US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/>
                          <m:t>ωn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/>
                              <m:t>β</m:t>
                            </m:r>
                          </m:e>
                          <m:sub>
                            <m:r>
                              <a:rPr lang="en-US"/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𝛾</m:t>
                            </m:r>
                          </m:e>
                          <m:sub>
                            <m:r>
                              <a:rPr lang="en-US" i="1"/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/>
                          <m:t>Ω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𝛾</m:t>
                            </m:r>
                          </m:e>
                          <m:sub>
                            <m:r>
                              <a:rPr lang="en-US" i="1"/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/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z</m:t>
                        </m:r>
                      </m:sub>
                    </m:sSub>
                    <m:r>
                      <a:rPr lang="en-US" i="1"/>
                      <m:t>=1+</m:t>
                    </m:r>
                    <m:r>
                      <m:rPr>
                        <m:sty m:val="p"/>
                      </m:rPr>
                      <a:rPr lang="en-US"/>
                      <m:t>α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𝛾</m:t>
                        </m:r>
                      </m:e>
                      <m:sup>
                        <m:r>
                          <a:rPr lang="en-US" i="1"/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𝛽</m:t>
                        </m:r>
                      </m:e>
                      <m:sub>
                        <m:r>
                          <a:rPr lang="en-US" i="1"/>
                          <m:t>𝑧</m:t>
                        </m:r>
                      </m:sub>
                      <m:sup>
                        <m:r>
                          <a:rPr lang="en-US" i="1"/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α</m:t>
                    </m:r>
                    <m:r>
                      <a:rPr lang="en-US"/>
                      <m:t>= 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𝑔</m:t>
                        </m:r>
                        <m:r>
                          <a:rPr lang="en-US" i="1"/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/>
                          <m:t>Ω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/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/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/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ς</m:t>
                    </m:r>
                    <m:r>
                      <a:rPr lang="en-US"/>
                      <m:t>= </m:t>
                    </m:r>
                    <m:r>
                      <a:rPr lang="en-US" i="1"/>
                      <m:t>𝑔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𝜔</m:t>
                        </m:r>
                        <m:r>
                          <a:rPr lang="en-US" i="1"/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/>
                          <m:t>Ω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𝛾</m:t>
                            </m:r>
                          </m:e>
                          <m:sub>
                            <m:r>
                              <a:rPr lang="en-US" i="1"/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𝛾</m:t>
                        </m:r>
                      </m:e>
                      <m:sup>
                        <m:r>
                          <a:rPr lang="en-US" i="1"/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i="1"/>
                              <m:t>𝐵</m:t>
                            </m:r>
                          </m:e>
                          <m:sub>
                            <m:r>
                              <a:rPr lang="en-US" i="1"/>
                              <m:t>⊥</m:t>
                            </m:r>
                          </m:sub>
                          <m:sup>
                            <m:r>
                              <a:rPr lang="en-US" i="1"/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𝐵</m:t>
                            </m:r>
                          </m:e>
                          <m:sub>
                            <m:r>
                              <a:rPr lang="en-US" i="1"/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6422" y="4239126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10" y="9241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BF5EB1-37B5-3C91-D104-9E4888156330}"/>
              </a:ext>
            </a:extLst>
          </p:cNvPr>
          <p:cNvSpPr txBox="1"/>
          <p:nvPr/>
        </p:nvSpPr>
        <p:spPr>
          <a:xfrm>
            <a:off x="489284" y="1195137"/>
            <a:ext cx="37217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LCP E.M wave along z axis</a:t>
            </a:r>
          </a:p>
          <a:p>
            <a:pPr marL="342900" indent="-342900">
              <a:buAutoNum type="arabicPeriod"/>
            </a:pPr>
            <a:r>
              <a:rPr lang="en-US" dirty="0"/>
              <a:t>Static electric field along z axis</a:t>
            </a:r>
          </a:p>
          <a:p>
            <a:pPr marL="342900" indent="-342900">
              <a:buAutoNum type="arabicPeriod"/>
            </a:pPr>
            <a:r>
              <a:rPr lang="en-US" dirty="0"/>
              <a:t>Static magnetic field along z 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907356" y="2992759"/>
                <a:ext cx="328863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𝐸</m:t>
                        </m:r>
                      </m:e>
                      <m:sub>
                        <m:r>
                          <a:rPr lang="en-US" i="1"/>
                          <m:t>𝜔</m:t>
                        </m:r>
                      </m:sub>
                    </m:sSub>
                    <m:r>
                      <a:rPr lang="en-US" i="1"/>
                      <m:t>=20 </m:t>
                    </m:r>
                    <m:r>
                      <a:rPr lang="en-US" i="1"/>
                      <m:t>𝑉</m:t>
                    </m:r>
                    <m:r>
                      <a:rPr lang="en-US" i="1"/>
                      <m:t>/</m:t>
                    </m:r>
                    <m:r>
                      <a:rPr lang="en-US" i="1"/>
                      <m:t>𝑚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356" y="2992759"/>
                <a:ext cx="3288632" cy="923330"/>
              </a:xfrm>
              <a:prstGeom prst="rect">
                <a:avLst/>
              </a:prstGeom>
              <a:blipFill>
                <a:blip r:embed="rId2"/>
                <a:stretch>
                  <a:fillRect l="-1670" t="-3974" b="-4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9ABA76B-0D12-F9A4-1B3C-243AACAD84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4527" r="6122"/>
          <a:stretch/>
        </p:blipFill>
        <p:spPr bwMode="auto">
          <a:xfrm>
            <a:off x="4642134" y="1096367"/>
            <a:ext cx="5446395" cy="54451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187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 Math</vt:lpstr>
      <vt:lpstr>Office Theme</vt:lpstr>
      <vt:lpstr>Trapping analysis of a magnetic electron by a circularly polarized electromagnetic wave in static electric field </vt:lpstr>
      <vt:lpstr>Pseudo-potential model for wave-electron interaction</vt:lpstr>
      <vt:lpstr>Trapping in anomalous doppler resonance (g = 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1</cp:revision>
  <dcterms:created xsi:type="dcterms:W3CDTF">2025-12-01T07:33:48Z</dcterms:created>
  <dcterms:modified xsi:type="dcterms:W3CDTF">2025-12-01T10:23:17Z</dcterms:modified>
</cp:coreProperties>
</file>