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34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869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8D719-476E-4225-A19B-13D5C01403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74AB8C-6D53-4480-8ED8-47A7268CD9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25215-31D2-4364-B2DA-E6A5CD642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B9BDAC-8A54-4231-9AB4-6631B7AFA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49B6B4-2FE9-427A-A7FB-8E2BCC74A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685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70220-7457-4673-9561-B25DE470A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7CC20-953E-4D4E-BC02-7DEBAC6B4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02F14-2673-42D1-B342-8D979045E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396515-3DA1-4385-A16E-DE11280BC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647D54-8900-415B-B298-A4E1A2D01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244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4DE92-3485-4291-8E9A-B7B76C51D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F2E82C-1D9A-4C33-9790-A3A406882F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2DBAE-001C-4271-8EBE-19F90B912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7091A-A6B5-4B31-9A09-05B93EC6E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93519-0938-4E31-B0DF-993AEB3DA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961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AE67B-9E92-423C-AD0A-E37A96622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B8856-7B5C-45B1-91F1-3AC064ECE0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D40AF3-14FE-4326-ACD1-16AAF49762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642D82-C446-4C56-993D-918551731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0A0026-C91E-459F-AC1C-C26F28CD9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D53090-0712-4313-93B6-AA9AEDFE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272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2BCDA-01FC-4955-8412-9FDB5AAB3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6C7EDD-D4CA-486C-A4E1-F22C0ED6AD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8A75EE-F037-4D7D-960B-4D267C4A0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FC20EB-C8CF-429C-9588-B9F0C9BC66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E1F362-D1CE-430A-ACBD-9C67E136FB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A47142-38F5-429B-93E1-CA1BE4DA4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F7BCDE-56F9-4954-BFCE-3BA77639A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20DC69-206B-4080-9FBE-0BCF56A69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807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B3A85-7081-4A13-B54E-4BEA0FCD5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416AC5-7B7F-49C8-A637-D2BDBD527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3B2D1C-8EC4-423A-A4B2-CEC488022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E0F7C5-A94E-438C-A682-72C64E0BA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9A479A-E652-449F-8A0B-6583523BE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31FC3-DD30-4E87-8708-64559EA29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71BFC-B189-4DD0-915D-CE1BA7895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58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119F9-41C9-41AD-AB19-7F44A5E09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8C0F3-2524-4525-89B1-15A1FA08B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A85421-CB92-4848-BE12-54E8EAEA71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CB105-87D4-4437-AEDF-5CAF9E31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82975F-E46C-4603-AB65-C46E3BCF1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14527A-7653-40F5-BADE-A32953AA9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889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3C6D9-2E84-4E0A-9CBF-F2E11C7A0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0AB2D7-F9D6-4B89-80D7-B81B73E81C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FBF8EB-5A86-4801-8877-1CE30A954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3DA6C5-6EE8-403E-BCCC-D9FC36890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71376B-E05A-4F57-82FD-2D5330A88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B55537-4F82-44A9-978B-60E820E14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148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D9BE-0BC4-4A7C-B7CD-03BCE03AB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5F343B-D243-4F3F-B998-9618249BED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1CB878-FEBE-42C0-815F-2F3BFB4A6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FCD9C-DD92-44B4-BEFF-1783FE230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5796B-F810-40CD-93CD-C5DB96204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878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F67913-35DB-450C-B6F9-65C646B605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13CB93-EDA0-4474-B82D-F9FCA28BB8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7D5744-95F5-4046-9ADF-100CB1DEB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1C135-2154-4B91-BB21-1C22BA574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00E95C-DD58-4DC1-9E88-A76D94635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382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986F86-B3EC-4FDE-A23E-33DC8C293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3E4DA9-8094-464C-BAA9-6E1435485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4D7BB-08E3-46B0-B66C-819163877E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21AEE1-B56A-4539-90F3-B945D2F7F51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64FBB-8F54-4DEE-96DB-386882BD86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C40BEC-181C-4797-A79B-F9F230E0F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BF7A2D-F969-441C-97BA-D9A00F9EF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581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8726E84-E9F4-4091-9249-D9166EC8D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4" y="857666"/>
            <a:ext cx="6667500" cy="50006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B5DD6D1-ED7E-4E5E-9345-A41AE13886CC}"/>
              </a:ext>
            </a:extLst>
          </p:cNvPr>
          <p:cNvSpPr/>
          <p:nvPr/>
        </p:nvSpPr>
        <p:spPr>
          <a:xfrm>
            <a:off x="1922933" y="288070"/>
            <a:ext cx="29840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Menlo"/>
              </a:rPr>
              <a:t>Omega_prime</a:t>
            </a:r>
            <a:r>
              <a:rPr lang="en-US" dirty="0">
                <a:latin typeface="Menlo"/>
              </a:rPr>
              <a:t> = -2.7585e+11;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E48807-F4BA-4A01-9FFE-8D0428BE7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641" y="404904"/>
            <a:ext cx="6667500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191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6A89717-9A36-417D-AFB2-83D1ACEEA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97261" y="544700"/>
            <a:ext cx="6667500" cy="50006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D8F5757-5D54-480E-A754-25929B93C7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2837" y="544700"/>
            <a:ext cx="6667500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715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E8AA287-3BDB-4AC2-9950-673F7C0C7917}"/>
              </a:ext>
            </a:extLst>
          </p:cNvPr>
          <p:cNvGrpSpPr/>
          <p:nvPr/>
        </p:nvGrpSpPr>
        <p:grpSpPr>
          <a:xfrm>
            <a:off x="323850" y="567240"/>
            <a:ext cx="6667500" cy="5000625"/>
            <a:chOff x="466463" y="701463"/>
            <a:chExt cx="6667500" cy="5000625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5351FCB-3F59-4951-A666-7A757D286C9B}"/>
                </a:ext>
              </a:extLst>
            </p:cNvPr>
            <p:cNvGrpSpPr/>
            <p:nvPr/>
          </p:nvGrpSpPr>
          <p:grpSpPr>
            <a:xfrm>
              <a:off x="466463" y="701463"/>
              <a:ext cx="6667500" cy="5000625"/>
              <a:chOff x="2493802" y="1054522"/>
              <a:chExt cx="6667500" cy="5000625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E0B0F084-4272-463C-AC72-1263C913FF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493802" y="1054522"/>
                <a:ext cx="6667500" cy="5000625"/>
              </a:xfrm>
              <a:prstGeom prst="rect">
                <a:avLst/>
              </a:prstGeom>
            </p:spPr>
          </p:pic>
          <p:sp>
            <p:nvSpPr>
              <p:cNvPr id="5" name="Star: 5 Points 4">
                <a:extLst>
                  <a:ext uri="{FF2B5EF4-FFF2-40B4-BE49-F238E27FC236}">
                    <a16:creationId xmlns:a16="http://schemas.microsoft.com/office/drawing/2014/main" id="{FB301E81-02B8-40AC-BF21-80F908DF3331}"/>
                  </a:ext>
                </a:extLst>
              </p:cNvPr>
              <p:cNvSpPr/>
              <p:nvPr/>
            </p:nvSpPr>
            <p:spPr>
              <a:xfrm>
                <a:off x="6151927" y="2431749"/>
                <a:ext cx="176169" cy="153099"/>
              </a:xfrm>
              <a:prstGeom prst="star5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FBDD6B-C554-4F0A-9C40-FC158611ED85}"/>
                  </a:ext>
                </a:extLst>
              </p:cNvPr>
              <p:cNvSpPr txBox="1"/>
              <p:nvPr/>
            </p:nvSpPr>
            <p:spPr>
              <a:xfrm>
                <a:off x="6328096" y="4295720"/>
                <a:ext cx="836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</a:t>
                </a:r>
                <a:r>
                  <a:rPr lang="en-US" altLang="zh-CN" dirty="0"/>
                  <a:t>ase I</a:t>
                </a:r>
                <a:endParaRPr lang="en-US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42CF0B-22D7-49C4-B26B-B27CF883DEFA}"/>
                  </a:ext>
                </a:extLst>
              </p:cNvPr>
              <p:cNvSpPr txBox="1"/>
              <p:nvPr/>
            </p:nvSpPr>
            <p:spPr>
              <a:xfrm>
                <a:off x="5403908" y="2395964"/>
                <a:ext cx="836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</a:t>
                </a:r>
                <a:r>
                  <a:rPr lang="en-US" altLang="zh-CN" dirty="0"/>
                  <a:t>ase II</a:t>
                </a:r>
                <a:endParaRPr lang="en-US" dirty="0"/>
              </a:p>
            </p:txBody>
          </p:sp>
          <p:sp>
            <p:nvSpPr>
              <p:cNvPr id="8" name="Star: 5 Points 7">
                <a:extLst>
                  <a:ext uri="{FF2B5EF4-FFF2-40B4-BE49-F238E27FC236}">
                    <a16:creationId xmlns:a16="http://schemas.microsoft.com/office/drawing/2014/main" id="{E2478738-B388-4330-89C9-C3537BA396E8}"/>
                  </a:ext>
                </a:extLst>
              </p:cNvPr>
              <p:cNvSpPr/>
              <p:nvPr/>
            </p:nvSpPr>
            <p:spPr>
              <a:xfrm>
                <a:off x="6151928" y="4403837"/>
                <a:ext cx="176169" cy="153099"/>
              </a:xfrm>
              <a:prstGeom prst="star5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C605F3-9167-48C5-93E3-C9A6DACAA8C9}"/>
                </a:ext>
              </a:extLst>
            </p:cNvPr>
            <p:cNvSpPr txBox="1"/>
            <p:nvPr/>
          </p:nvSpPr>
          <p:spPr>
            <a:xfrm>
              <a:off x="1853967" y="1607906"/>
              <a:ext cx="21825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Trapping Regime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913F338-DD38-4761-BFF2-20D3EA51439F}"/>
                </a:ext>
              </a:extLst>
            </p:cNvPr>
            <p:cNvSpPr txBox="1"/>
            <p:nvPr/>
          </p:nvSpPr>
          <p:spPr>
            <a:xfrm>
              <a:off x="4295165" y="2832444"/>
              <a:ext cx="16945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Passing Regime</a:t>
              </a: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6BA470D5-5956-4EB1-93A9-AF0A7CA89F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1394" y="753254"/>
            <a:ext cx="6663506" cy="4999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728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729B2C7-DFE6-44AC-A467-8F77DF8C7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399" y="1482361"/>
            <a:ext cx="4617266" cy="346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84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4C7CE02-E770-4CE1-B210-7F0C399BB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646" y="1445568"/>
            <a:ext cx="4723636" cy="354488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FF7707F-589C-40BE-A5DC-5AEDB8A6DE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027" y="1445568"/>
            <a:ext cx="4726515" cy="354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387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BF15D12-A54A-44CB-8B0A-83D7034AA4B1}"/>
              </a:ext>
            </a:extLst>
          </p:cNvPr>
          <p:cNvGrpSpPr/>
          <p:nvPr/>
        </p:nvGrpSpPr>
        <p:grpSpPr>
          <a:xfrm>
            <a:off x="222642" y="-191436"/>
            <a:ext cx="6206301" cy="6858000"/>
            <a:chOff x="859249" y="-654423"/>
            <a:chExt cx="6206301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AF6F697-9E02-45CC-A55F-2A0A93617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9249" y="-654423"/>
              <a:ext cx="6206301" cy="6858000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8060448-7129-4AD9-99E6-F9881CD8CD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35040" y="4212515"/>
              <a:ext cx="295834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CE65C43-751D-4B45-98A2-6DFBD1870D36}"/>
                </a:ext>
              </a:extLst>
            </p:cNvPr>
            <p:cNvCxnSpPr>
              <a:cxnSpLocks/>
            </p:cNvCxnSpPr>
            <p:nvPr/>
          </p:nvCxnSpPr>
          <p:spPr>
            <a:xfrm>
              <a:off x="5605069" y="4194025"/>
              <a:ext cx="157556" cy="6746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DFAC82E-5BDD-4DED-BB39-A2707B4B734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00364" y="4212515"/>
              <a:ext cx="172009" cy="4953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D6D023B-5091-4981-A524-9DDCB33A2E7D}"/>
                </a:ext>
              </a:extLst>
            </p:cNvPr>
            <p:cNvCxnSpPr>
              <a:cxnSpLocks/>
            </p:cNvCxnSpPr>
            <p:nvPr/>
          </p:nvCxnSpPr>
          <p:spPr>
            <a:xfrm>
              <a:off x="5386368" y="4378250"/>
              <a:ext cx="151187" cy="5087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EC13E4E-8BEC-4719-BBAA-1B3D5920C9B5}"/>
              </a:ext>
            </a:extLst>
          </p:cNvPr>
          <p:cNvGrpSpPr/>
          <p:nvPr/>
        </p:nvGrpSpPr>
        <p:grpSpPr>
          <a:xfrm>
            <a:off x="6701358" y="-191436"/>
            <a:ext cx="6205728" cy="6858000"/>
            <a:chOff x="6701358" y="-191436"/>
            <a:chExt cx="6205728" cy="6858000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7457CC4-CB86-43D9-B296-82248040E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01358" y="-191436"/>
              <a:ext cx="6205728" cy="6858000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C89C96B-E607-4FE9-9BED-B942FD34B6E9}"/>
                </a:ext>
              </a:extLst>
            </p:cNvPr>
            <p:cNvCxnSpPr>
              <a:cxnSpLocks/>
            </p:cNvCxnSpPr>
            <p:nvPr/>
          </p:nvCxnSpPr>
          <p:spPr>
            <a:xfrm>
              <a:off x="8450754" y="347472"/>
              <a:ext cx="0" cy="3364992"/>
            </a:xfrm>
            <a:prstGeom prst="line">
              <a:avLst/>
            </a:prstGeom>
            <a:ln w="2857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0327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BFB731-E4A2-4D1E-B32D-4B808C6E77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93344" y="-60960"/>
            <a:ext cx="6205728" cy="685800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38E1F5AA-1D69-426F-93D1-3A35F43AAE59}"/>
              </a:ext>
            </a:extLst>
          </p:cNvPr>
          <p:cNvGrpSpPr/>
          <p:nvPr/>
        </p:nvGrpSpPr>
        <p:grpSpPr>
          <a:xfrm>
            <a:off x="5720080" y="-60960"/>
            <a:ext cx="6391141" cy="6858000"/>
            <a:chOff x="5720080" y="-60960"/>
            <a:chExt cx="6391141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8490164-62BC-4348-8878-1EA96003B4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0080" y="-60960"/>
              <a:ext cx="6391141" cy="6858000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DE3BFDF-A603-4EE5-B0C0-3EC9AFA92C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46155" y="5085080"/>
              <a:ext cx="247015" cy="0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F38A4CD-FC32-4620-8931-6F2663F9C0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74680" y="5038725"/>
              <a:ext cx="19050" cy="188595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E0F64F0-10AE-4EE2-9AA2-A6F2D451D9E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03230" y="4894581"/>
              <a:ext cx="17145" cy="190499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12174D-308A-4E41-B1DC-AE88A944291F}"/>
                </a:ext>
              </a:extLst>
            </p:cNvPr>
            <p:cNvCxnSpPr>
              <a:cxnSpLocks/>
            </p:cNvCxnSpPr>
            <p:nvPr/>
          </p:nvCxnSpPr>
          <p:spPr>
            <a:xfrm>
              <a:off x="10495534" y="5168265"/>
              <a:ext cx="0" cy="171134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569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3D898BB0-E414-4C7D-85E6-BB62B20527F4}"/>
              </a:ext>
            </a:extLst>
          </p:cNvPr>
          <p:cNvGrpSpPr/>
          <p:nvPr/>
        </p:nvGrpSpPr>
        <p:grpSpPr>
          <a:xfrm>
            <a:off x="-482851" y="-152400"/>
            <a:ext cx="6391141" cy="6858000"/>
            <a:chOff x="472189" y="152400"/>
            <a:chExt cx="6391141" cy="6858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596F6DC-6ABD-45C8-84CD-ABD9909D8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2189" y="152400"/>
              <a:ext cx="6391141" cy="6858000"/>
            </a:xfrm>
            <a:prstGeom prst="rect">
              <a:avLst/>
            </a:prstGeom>
          </p:spPr>
        </p:pic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D9B1C90-BC5E-4B8A-91D3-7892AF8EBB77}"/>
                </a:ext>
              </a:extLst>
            </p:cNvPr>
            <p:cNvCxnSpPr>
              <a:cxnSpLocks/>
            </p:cNvCxnSpPr>
            <p:nvPr/>
          </p:nvCxnSpPr>
          <p:spPr>
            <a:xfrm>
              <a:off x="2306320" y="670560"/>
              <a:ext cx="0" cy="3342640"/>
            </a:xfrm>
            <a:prstGeom prst="line">
              <a:avLst/>
            </a:prstGeom>
            <a:ln w="2857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46FCA03-4AE4-4D41-A87F-B7A99E47ED8F}"/>
                </a:ext>
              </a:extLst>
            </p:cNvPr>
            <p:cNvCxnSpPr/>
            <p:nvPr/>
          </p:nvCxnSpPr>
          <p:spPr>
            <a:xfrm flipH="1">
              <a:off x="5969635" y="5291455"/>
              <a:ext cx="177165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8D6811B-EC85-4F17-A89E-69B42529854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435" y="5374640"/>
              <a:ext cx="1" cy="16319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227CB0C-45F8-4BC9-BEF0-84EB441454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82896" y="5425757"/>
              <a:ext cx="0" cy="16764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1CD023B-1146-470D-90AE-97792F86C57F}"/>
                </a:ext>
              </a:extLst>
            </p:cNvPr>
            <p:cNvCxnSpPr>
              <a:cxnSpLocks/>
            </p:cNvCxnSpPr>
            <p:nvPr/>
          </p:nvCxnSpPr>
          <p:spPr>
            <a:xfrm>
              <a:off x="5245736" y="5351780"/>
              <a:ext cx="0" cy="1449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7129D81E-7AB0-4DD5-AEE5-856B3305B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372" y="-152400"/>
            <a:ext cx="63947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900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AE49FA9-DB5C-4CCA-9203-291E40C42E3A}"/>
              </a:ext>
            </a:extLst>
          </p:cNvPr>
          <p:cNvGrpSpPr/>
          <p:nvPr/>
        </p:nvGrpSpPr>
        <p:grpSpPr>
          <a:xfrm>
            <a:off x="121914" y="0"/>
            <a:ext cx="6715772" cy="7051040"/>
            <a:chOff x="121914" y="-193040"/>
            <a:chExt cx="6715772" cy="705104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A37F54A4-40F1-4D78-8AD6-837CFF52E6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194" y="0"/>
              <a:ext cx="6380492" cy="6858000"/>
            </a:xfrm>
            <a:prstGeom prst="rect">
              <a:avLst/>
            </a:prstGeom>
          </p:spPr>
        </p:pic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9A86AC9-60F7-4101-8638-56C9E800706C}"/>
                </a:ext>
              </a:extLst>
            </p:cNvPr>
            <p:cNvCxnSpPr>
              <a:cxnSpLocks/>
            </p:cNvCxnSpPr>
            <p:nvPr/>
          </p:nvCxnSpPr>
          <p:spPr>
            <a:xfrm>
              <a:off x="1816274" y="550672"/>
              <a:ext cx="0" cy="3364992"/>
            </a:xfrm>
            <a:prstGeom prst="line">
              <a:avLst/>
            </a:prstGeom>
            <a:ln w="2857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4F6D92C-ABDE-4E3B-80DF-5A7B6018E975}"/>
                </a:ext>
              </a:extLst>
            </p:cNvPr>
            <p:cNvGrpSpPr/>
            <p:nvPr/>
          </p:nvGrpSpPr>
          <p:grpSpPr>
            <a:xfrm>
              <a:off x="121914" y="-193040"/>
              <a:ext cx="6380492" cy="6858000"/>
              <a:chOff x="457194" y="-60960"/>
              <a:chExt cx="6380492" cy="6858000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1F2E4AB1-A69D-43A6-B4ED-6C1A87757B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7194" y="-60960"/>
                <a:ext cx="6380492" cy="6858000"/>
              </a:xfrm>
              <a:prstGeom prst="rect">
                <a:avLst/>
              </a:prstGeom>
            </p:spPr>
          </p:pic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A3D69EA-3D3C-4412-823A-9166AD2F3D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16274" y="489712"/>
                <a:ext cx="0" cy="3364992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ABA190B-B058-47B8-9548-CB671B32D5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577840" y="5176520"/>
              <a:ext cx="177800" cy="22352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E697518-77BE-456C-83FC-2EE95A23D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10480" y="4831080"/>
              <a:ext cx="106680" cy="17272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C8724087-82F1-434A-B94B-C7D7FB895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736" y="480695"/>
            <a:ext cx="6667500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543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</TotalTime>
  <Words>17</Words>
  <Application>Microsoft Office PowerPoint</Application>
  <PresentationFormat>Widescreen</PresentationFormat>
  <Paragraphs>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等线</vt:lpstr>
      <vt:lpstr>Menlo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mmwave</dc:creator>
  <cp:lastModifiedBy>Xinhang Xu</cp:lastModifiedBy>
  <cp:revision>15</cp:revision>
  <dcterms:created xsi:type="dcterms:W3CDTF">2025-06-03T19:19:39Z</dcterms:created>
  <dcterms:modified xsi:type="dcterms:W3CDTF">2025-12-08T05:23:29Z</dcterms:modified>
</cp:coreProperties>
</file>