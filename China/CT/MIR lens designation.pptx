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A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0B9D1-DE20-D045-3978-40C39B710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D8217-6514-EAC7-6C84-9D3A5A427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1B6D-20E1-41C3-9CDC-4EFE64BB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8195E-E2DC-0BD1-6848-025A5B8F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224FC-78F1-824F-9109-F15F4C3B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30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11C57-F3EE-297B-DBA1-9C99DB384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8D1F4-FCF9-0E07-9679-2BDA0FE85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39AA2-90C0-6F3F-1FB4-57DAA406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849C-3E98-68EC-2C33-C89833988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497C4-7F2C-3A14-5E00-87AC3F01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1304-99AD-52D6-E6F0-25014D3AA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E540D-0C64-0E5D-FFDE-ACC58F149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E2AB-34B7-F841-784D-EB15DCF6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B2851-F292-5E0C-4F05-C71A88F2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58995-2976-5F79-B3E2-5F3038A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2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CD34-869C-1F76-82D1-194D3A6CA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1777B-0C67-A18E-E03C-D88FFE927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548BD-378B-7FD8-A4B0-524826D7F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DB391-3E44-FDA8-6AF5-5F8D0497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1D280-EBAA-DBED-06A2-07906C2F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84ACE-2FB5-2F55-DEA6-D84AB1F78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0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BD8A-6856-80C0-E415-90802CA3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D294C-E7B6-7DFF-C9DC-033D6B2DC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67E96-3C76-58FF-BFC7-6312BAA77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CD6A6-384E-1C81-5E0E-BD274F6E6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8B8FCD-0BCB-6389-2D92-7C4511913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AC08F-480E-9662-87F3-441B0C6D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CA101-BBB7-9443-A54A-97C62DD03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A387B1-2D4A-8861-41E9-D6C9F844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45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5F6C-8D71-A4D7-DD86-56C7973A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12A68-8B28-D811-EE46-E03B8D1A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CCD6E-7D59-6292-FFF1-5CC249A6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3039F-8820-5A6F-D235-8A4ADB09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00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28CB4-06B4-7D7C-BD24-BBA4813B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33048-D09A-ADBC-70B6-8718AFD7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B446C-3C3F-5BD6-0607-AC3C5EEF8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80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CC48-A862-B6EB-B1F6-706D19BD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D8F7-8322-1486-7A88-D27546478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C2DDE-CA5F-5D03-D963-BC9C56C7D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C92D2-99F1-1BBF-9750-EF6CD54FB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C3A6B-B687-4444-9BD6-F089500CB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36519-0429-1AB9-FF39-E1D40155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8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B8C39-C2E6-C823-2EDB-815F039C4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4E0F13-48C5-CE99-F77E-A4E8B6650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A8FD8-75A7-CC8B-D628-B909AB998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68AF0-853B-8AAD-38AE-424DFFFBE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4ACA-0F4A-5158-27BE-581D9403F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A74EDB-AC25-BE18-4468-5395ABFA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7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23B82-ABA5-8B24-6BF6-B28362C6F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43A8D7-0FC9-DFCB-915E-D2440A1C37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EE242-821D-2955-B19B-247C3F2EF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F0670-6CA4-9163-EF81-DE20A51E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09B56-A39E-12B0-5D26-3B6C161FE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2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9380-D886-5D03-6A9E-CD5ECB9A3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321CE-F353-CE91-DD29-233F025AD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130F9-D367-D63E-62CA-37DCCFFF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5CAB-6BC2-C29E-73D8-FDFA9935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6BCD2-DEBE-5770-874E-6EFD00B2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83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B7C5D2-21A6-F2F0-B609-BDAF6B7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A782F-E26B-C4FB-7EC2-73869C505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A10D8-C27E-DEC9-A575-A18CC8D46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A1D79-AC11-42D2-8624-BCB47AB1B64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3531E-F549-570C-58DE-018B84768F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FDA5D-C92D-11D5-6013-C3B03FD76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EC85A-69BC-475C-938F-67A84E6E82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29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1474-56FF-64A0-1E0D-6619AD2533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MIR </a:t>
            </a:r>
            <a:r>
              <a:rPr lang="en-US" altLang="zh-CN" dirty="0"/>
              <a:t>lens designation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CEFE6-4F75-A11F-3CB4-A8433C6642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3/15/2026</a:t>
            </a:r>
          </a:p>
        </p:txBody>
      </p:sp>
    </p:spTree>
    <p:extLst>
      <p:ext uri="{BB962C8B-B14F-4D97-AF65-F5344CB8AC3E}">
        <p14:creationId xmlns:p14="http://schemas.microsoft.com/office/powerpoint/2010/main" val="63173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D57BBBF3-1FAB-0E67-9F1B-A9266AC51D92}"/>
              </a:ext>
            </a:extLst>
          </p:cNvPr>
          <p:cNvGrpSpPr/>
          <p:nvPr/>
        </p:nvGrpSpPr>
        <p:grpSpPr>
          <a:xfrm>
            <a:off x="427008" y="1039593"/>
            <a:ext cx="10827526" cy="5146139"/>
            <a:chOff x="427008" y="1039593"/>
            <a:chExt cx="10827526" cy="51461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143956C-5833-7C2E-693C-ADC87A851ABD}"/>
                </a:ext>
              </a:extLst>
            </p:cNvPr>
            <p:cNvGrpSpPr/>
            <p:nvPr/>
          </p:nvGrpSpPr>
          <p:grpSpPr>
            <a:xfrm>
              <a:off x="427008" y="3018532"/>
              <a:ext cx="8098132" cy="3167200"/>
              <a:chOff x="1103283" y="1180207"/>
              <a:chExt cx="8098132" cy="316720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88E6FF5D-D255-DDB8-4B78-A8BD11EB2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3283" y="2114971"/>
                <a:ext cx="2271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D2BAA299-6AD4-D07C-EF4E-A023DAF6DB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3283" y="2756655"/>
                <a:ext cx="2271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6F94669-76FE-C86D-5030-7A3550CA0E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3283" y="3398339"/>
                <a:ext cx="227125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A1D7030-0944-9B23-9CE9-E0A0054B3DA6}"/>
                  </a:ext>
                </a:extLst>
              </p:cNvPr>
              <p:cNvSpPr/>
              <p:nvPr/>
            </p:nvSpPr>
            <p:spPr>
              <a:xfrm>
                <a:off x="3473116" y="1363580"/>
                <a:ext cx="898358" cy="2983827"/>
              </a:xfrm>
              <a:prstGeom prst="ellipse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C88B3902-294E-8698-F187-0FAB239724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42874" y="1551682"/>
                <a:ext cx="4543926" cy="12049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BC74EAA-2F5E-A877-7D64-C631BCF82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1474" y="2775705"/>
                <a:ext cx="431532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1F449F9C-4B5F-898B-D4E0-EC4488F9981C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 flipV="1">
                <a:off x="4239913" y="2795852"/>
                <a:ext cx="4446887" cy="11145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B4A3F0DC-DA22-4C18-6300-9203CE8D0AFF}"/>
                  </a:ext>
                </a:extLst>
              </p:cNvPr>
              <p:cNvSpPr/>
              <p:nvPr/>
            </p:nvSpPr>
            <p:spPr>
              <a:xfrm rot="15732687">
                <a:off x="6191118" y="1999974"/>
                <a:ext cx="1581150" cy="1571609"/>
              </a:xfrm>
              <a:prstGeom prst="arc">
                <a:avLst>
                  <a:gd name="adj1" fmla="val 13902860"/>
                  <a:gd name="adj2" fmla="val 19797185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DDCFF5C1-E935-7FAF-3B99-0FDFD7940512}"/>
                  </a:ext>
                </a:extLst>
              </p:cNvPr>
              <p:cNvSpPr/>
              <p:nvPr/>
            </p:nvSpPr>
            <p:spPr>
              <a:xfrm rot="15732687">
                <a:off x="7353565" y="2039170"/>
                <a:ext cx="1581150" cy="1571609"/>
              </a:xfrm>
              <a:prstGeom prst="arc">
                <a:avLst>
                  <a:gd name="adj1" fmla="val 15287666"/>
                  <a:gd name="adj2" fmla="val 18462087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E3DD19-20C3-76B9-894E-760CFF586AA8}"/>
                  </a:ext>
                </a:extLst>
              </p:cNvPr>
              <p:cNvSpPr txBox="1"/>
              <p:nvPr/>
            </p:nvSpPr>
            <p:spPr>
              <a:xfrm>
                <a:off x="8515218" y="2770843"/>
                <a:ext cx="686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(x</a:t>
                </a:r>
                <a:r>
                  <a:rPr lang="en-US" baseline="-25000" dirty="0"/>
                  <a:t>c</a:t>
                </a:r>
                <a:r>
                  <a:rPr lang="en-US" dirty="0"/>
                  <a:t>,0)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1E6D3BE-95DF-BD91-49D5-174973B55E5A}"/>
                  </a:ext>
                </a:extLst>
              </p:cNvPr>
              <p:cNvSpPr txBox="1"/>
              <p:nvPr/>
            </p:nvSpPr>
            <p:spPr>
              <a:xfrm>
                <a:off x="6176678" y="2689432"/>
                <a:ext cx="476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301BA79-7197-DFAA-0664-EBA287481ADF}"/>
                  </a:ext>
                </a:extLst>
              </p:cNvPr>
              <p:cNvSpPr txBox="1"/>
              <p:nvPr/>
            </p:nvSpPr>
            <p:spPr>
              <a:xfrm>
                <a:off x="7351564" y="2670827"/>
                <a:ext cx="4763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x</a:t>
                </a:r>
                <a:r>
                  <a:rPr lang="en-US" baseline="-25000" dirty="0"/>
                  <a:t>2</a:t>
                </a:r>
                <a:endParaRPr lang="en-US" dirty="0"/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A651EABD-4A08-6422-F5C9-EF9C3B64C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9731" y="1551682"/>
                <a:ext cx="0" cy="506486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2ED072B7-64B5-C111-FADE-D26F9BD28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1564" y="1861728"/>
                <a:ext cx="0" cy="506486"/>
              </a:xfrm>
              <a:prstGeom prst="straightConnector1">
                <a:avLst/>
              </a:prstGeom>
              <a:ln>
                <a:solidFill>
                  <a:schemeClr val="bg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B043E31-01FA-3ABF-F1F9-3181C5052D32}"/>
                  </a:ext>
                </a:extLst>
              </p:cNvPr>
              <p:cNvSpPr txBox="1"/>
              <p:nvPr/>
            </p:nvSpPr>
            <p:spPr>
              <a:xfrm>
                <a:off x="5741906" y="1180207"/>
                <a:ext cx="1135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</a:t>
                </a:r>
                <a:r>
                  <a:rPr lang="en-US" baseline="-25000" dirty="0"/>
                  <a:t>1 </a:t>
                </a:r>
                <a:r>
                  <a:rPr lang="en-US" dirty="0"/>
                  <a:t>= x</a:t>
                </a:r>
                <a:r>
                  <a:rPr lang="en-US" baseline="-25000" dirty="0"/>
                  <a:t>c</a:t>
                </a:r>
                <a:r>
                  <a:rPr lang="en-US" dirty="0"/>
                  <a:t>-x</a:t>
                </a:r>
                <a:r>
                  <a:rPr lang="en-US" baseline="-25000" dirty="0"/>
                  <a:t>1</a:t>
                </a:r>
                <a:endParaRPr lang="en-US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4DD315A-C7E5-EA05-34A9-B8886D993CE6}"/>
                  </a:ext>
                </a:extLst>
              </p:cNvPr>
              <p:cNvSpPr txBox="1"/>
              <p:nvPr/>
            </p:nvSpPr>
            <p:spPr>
              <a:xfrm>
                <a:off x="7069225" y="1414564"/>
                <a:ext cx="1135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</a:t>
                </a:r>
                <a:r>
                  <a:rPr lang="en-US" baseline="-25000" dirty="0"/>
                  <a:t>2 </a:t>
                </a:r>
                <a:r>
                  <a:rPr lang="en-US" dirty="0"/>
                  <a:t>= x</a:t>
                </a:r>
                <a:r>
                  <a:rPr lang="en-US" baseline="-25000" dirty="0"/>
                  <a:t>c</a:t>
                </a:r>
                <a:r>
                  <a:rPr lang="en-US" dirty="0"/>
                  <a:t>-x</a:t>
                </a:r>
                <a:r>
                  <a:rPr lang="en-US" baseline="-25000" dirty="0"/>
                  <a:t>2</a:t>
                </a:r>
                <a:endParaRPr lang="en-US" dirty="0"/>
              </a:p>
            </p:txBody>
          </p: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F738CA-AB91-2091-20FF-2FB5CED4B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20" b="25420"/>
            <a:stretch>
              <a:fillRect/>
            </a:stretch>
          </p:blipFill>
          <p:spPr>
            <a:xfrm>
              <a:off x="556466" y="1039593"/>
              <a:ext cx="10698068" cy="1711652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E16B728-8166-0079-5FFE-74902FDA9B1C}"/>
                </a:ext>
              </a:extLst>
            </p:cNvPr>
            <p:cNvSpPr/>
            <p:nvPr/>
          </p:nvSpPr>
          <p:spPr>
            <a:xfrm>
              <a:off x="695325" y="1114425"/>
              <a:ext cx="4733925" cy="1543050"/>
            </a:xfrm>
            <a:prstGeom prst="rect">
              <a:avLst/>
            </a:prstGeom>
            <a:noFill/>
            <a:ln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853C7A3C-615D-47C4-D6DB-EC38ABF752B5}"/>
                </a:ext>
              </a:extLst>
            </p:cNvPr>
            <p:cNvSpPr/>
            <p:nvPr/>
          </p:nvSpPr>
          <p:spPr>
            <a:xfrm>
              <a:off x="3224965" y="2732307"/>
              <a:ext cx="125830" cy="356890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1735731-3F6D-561D-A218-99E72A40C095}"/>
                </a:ext>
              </a:extLst>
            </p:cNvPr>
            <p:cNvSpPr txBox="1"/>
            <p:nvPr/>
          </p:nvSpPr>
          <p:spPr>
            <a:xfrm>
              <a:off x="3350795" y="2681389"/>
              <a:ext cx="1027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等效于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317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9F136529-D70D-759F-D5BD-9D19DCF4D72C}"/>
              </a:ext>
            </a:extLst>
          </p:cNvPr>
          <p:cNvGrpSpPr/>
          <p:nvPr/>
        </p:nvGrpSpPr>
        <p:grpSpPr>
          <a:xfrm>
            <a:off x="761915" y="0"/>
            <a:ext cx="6765170" cy="2455248"/>
            <a:chOff x="947650" y="607990"/>
            <a:chExt cx="6765170" cy="2455248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0A21DFB-BE03-C20A-431B-E6A4CA6EA9AA}"/>
                </a:ext>
              </a:extLst>
            </p:cNvPr>
            <p:cNvGrpSpPr/>
            <p:nvPr/>
          </p:nvGrpSpPr>
          <p:grpSpPr>
            <a:xfrm>
              <a:off x="1163780" y="1069655"/>
              <a:ext cx="6549040" cy="1993583"/>
              <a:chOff x="1163780" y="1069655"/>
              <a:chExt cx="6549040" cy="1993583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A230BAF4-2096-D11E-E307-FD9C6C855DF0}"/>
                  </a:ext>
                </a:extLst>
              </p:cNvPr>
              <p:cNvGrpSpPr/>
              <p:nvPr/>
            </p:nvGrpSpPr>
            <p:grpSpPr>
              <a:xfrm>
                <a:off x="1163780" y="1069655"/>
                <a:ext cx="6549040" cy="1993583"/>
                <a:chOff x="2784762" y="1260848"/>
                <a:chExt cx="6549040" cy="1993583"/>
              </a:xfrm>
            </p:grpSpPr>
            <p:pic>
              <p:nvPicPr>
                <p:cNvPr id="2" name="Picture 13">
                  <a:extLst>
                    <a:ext uri="{FF2B5EF4-FFF2-40B4-BE49-F238E27FC236}">
                      <a16:creationId xmlns:a16="http://schemas.microsoft.com/office/drawing/2014/main" id="{9201924D-D21E-C73A-F67F-131CA5ABBD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b="50000"/>
                <a:stretch>
                  <a:fillRect/>
                </a:stretch>
              </p:blipFill>
              <p:spPr>
                <a:xfrm>
                  <a:off x="2784762" y="1260848"/>
                  <a:ext cx="5943600" cy="1993583"/>
                </a:xfrm>
                <a:prstGeom prst="rect">
                  <a:avLst/>
                </a:prstGeom>
              </p:spPr>
            </p:pic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8E9D0AE-BB5B-DFB3-1E78-F20B7E2C07E8}"/>
                    </a:ext>
                  </a:extLst>
                </p:cNvPr>
                <p:cNvSpPr txBox="1"/>
                <p:nvPr/>
              </p:nvSpPr>
              <p:spPr>
                <a:xfrm>
                  <a:off x="8314106" y="2500415"/>
                  <a:ext cx="1019696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/>
                    <a:t>=2100mm</a:t>
                  </a:r>
                  <a:endParaRPr lang="zh-CN" altLang="en-US" sz="1400" dirty="0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C6BFF92F-81CB-5F75-0E31-169E7915D766}"/>
                    </a:ext>
                  </a:extLst>
                </p:cNvPr>
                <p:cNvSpPr txBox="1"/>
                <p:nvPr/>
              </p:nvSpPr>
              <p:spPr>
                <a:xfrm>
                  <a:off x="7099067" y="2479534"/>
                  <a:ext cx="101969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dirty="0"/>
                    <a:t>=1550mm</a:t>
                  </a:r>
                  <a:endParaRPr lang="zh-CN" altLang="en-US" sz="1400" dirty="0"/>
                </a:p>
              </p:txBody>
            </p:sp>
          </p:grp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829263F-D41D-8C3E-84B7-21C8FBFED729}"/>
                  </a:ext>
                </a:extLst>
              </p:cNvPr>
              <p:cNvSpPr/>
              <p:nvPr/>
            </p:nvSpPr>
            <p:spPr>
              <a:xfrm>
                <a:off x="6087683" y="2818013"/>
                <a:ext cx="1019697" cy="2452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EA6968B7-B4AA-2369-2AA5-4655AA39C67F}"/>
                </a:ext>
              </a:extLst>
            </p:cNvPr>
            <p:cNvCxnSpPr>
              <a:cxnSpLocks/>
            </p:cNvCxnSpPr>
            <p:nvPr/>
          </p:nvCxnSpPr>
          <p:spPr>
            <a:xfrm>
              <a:off x="947650" y="2087326"/>
              <a:ext cx="62262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0E29B16-E6D5-9610-CA1D-7872C6626D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7106" y="748146"/>
              <a:ext cx="0" cy="23150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F4BAFF2-2644-C1F8-798B-58CCF1E0DFE0}"/>
                </a:ext>
              </a:extLst>
            </p:cNvPr>
            <p:cNvSpPr txBox="1"/>
            <p:nvPr/>
          </p:nvSpPr>
          <p:spPr>
            <a:xfrm>
              <a:off x="7173884" y="1902660"/>
              <a:ext cx="465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AC3E4C9-FF36-5184-7E97-5D9F983C20CE}"/>
                </a:ext>
              </a:extLst>
            </p:cNvPr>
            <p:cNvSpPr txBox="1"/>
            <p:nvPr/>
          </p:nvSpPr>
          <p:spPr>
            <a:xfrm>
              <a:off x="3969326" y="607990"/>
              <a:ext cx="4655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Y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7386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A149B0D2-2CD1-0334-84E4-E24679360AE7}"/>
              </a:ext>
            </a:extLst>
          </p:cNvPr>
          <p:cNvGrpSpPr/>
          <p:nvPr/>
        </p:nvGrpSpPr>
        <p:grpSpPr>
          <a:xfrm>
            <a:off x="1089440" y="594791"/>
            <a:ext cx="10013120" cy="2982598"/>
            <a:chOff x="1089440" y="594791"/>
            <a:chExt cx="10013120" cy="298259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A86F5E8-C951-DF82-38FB-BF6203024ABB}"/>
                </a:ext>
              </a:extLst>
            </p:cNvPr>
            <p:cNvGrpSpPr/>
            <p:nvPr/>
          </p:nvGrpSpPr>
          <p:grpSpPr>
            <a:xfrm>
              <a:off x="1089440" y="688145"/>
              <a:ext cx="10013120" cy="2104065"/>
              <a:chOff x="1089440" y="688145"/>
              <a:chExt cx="10013120" cy="2104065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55846BE-9999-28A7-6A48-D6AF83ACC85B}"/>
                  </a:ext>
                </a:extLst>
              </p:cNvPr>
              <p:cNvGrpSpPr/>
              <p:nvPr/>
            </p:nvGrpSpPr>
            <p:grpSpPr>
              <a:xfrm>
                <a:off x="1089440" y="688145"/>
                <a:ext cx="10013120" cy="2104065"/>
                <a:chOff x="1089440" y="688145"/>
                <a:chExt cx="10013120" cy="2104065"/>
              </a:xfrm>
            </p:grpSpPr>
            <p:grpSp>
              <p:nvGrpSpPr>
                <p:cNvPr id="27" name="组合 26">
                  <a:extLst>
                    <a:ext uri="{FF2B5EF4-FFF2-40B4-BE49-F238E27FC236}">
                      <a16:creationId xmlns:a16="http://schemas.microsoft.com/office/drawing/2014/main" id="{1CD194FD-E17F-4227-71CC-86C046F57C71}"/>
                    </a:ext>
                  </a:extLst>
                </p:cNvPr>
                <p:cNvGrpSpPr/>
                <p:nvPr/>
              </p:nvGrpSpPr>
              <p:grpSpPr>
                <a:xfrm>
                  <a:off x="1089440" y="688145"/>
                  <a:ext cx="10013120" cy="1993583"/>
                  <a:chOff x="1531505" y="1907345"/>
                  <a:chExt cx="10013120" cy="1993583"/>
                </a:xfrm>
              </p:grpSpPr>
              <p:grpSp>
                <p:nvGrpSpPr>
                  <p:cNvPr id="7" name="组合 6">
                    <a:extLst>
                      <a:ext uri="{FF2B5EF4-FFF2-40B4-BE49-F238E27FC236}">
                        <a16:creationId xmlns:a16="http://schemas.microsoft.com/office/drawing/2014/main" id="{D91F6E45-9727-5125-4FDA-3FE91E7317A7}"/>
                      </a:ext>
                    </a:extLst>
                  </p:cNvPr>
                  <p:cNvGrpSpPr/>
                  <p:nvPr/>
                </p:nvGrpSpPr>
                <p:grpSpPr>
                  <a:xfrm>
                    <a:off x="5601025" y="1907345"/>
                    <a:ext cx="5943600" cy="1993583"/>
                    <a:chOff x="1305094" y="1310725"/>
                    <a:chExt cx="5943600" cy="1993583"/>
                  </a:xfrm>
                </p:grpSpPr>
                <p:pic>
                  <p:nvPicPr>
                    <p:cNvPr id="3" name="Picture 13">
                      <a:extLst>
                        <a:ext uri="{FF2B5EF4-FFF2-40B4-BE49-F238E27FC236}">
                          <a16:creationId xmlns:a16="http://schemas.microsoft.com/office/drawing/2014/main" id="{9FCB1989-B7F5-1018-C5AD-7B04E8800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rcRect b="50000"/>
                    <a:stretch>
                      <a:fillRect/>
                    </a:stretch>
                  </p:blipFill>
                  <p:spPr>
                    <a:xfrm>
                      <a:off x="1305094" y="1310725"/>
                      <a:ext cx="5943600" cy="1993583"/>
                    </a:xfrm>
                    <a:prstGeom prst="rect">
                      <a:avLst/>
                    </a:prstGeom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" name="文本框 4">
                          <a:extLst>
                            <a:ext uri="{FF2B5EF4-FFF2-40B4-BE49-F238E27FC236}">
                              <a16:creationId xmlns:a16="http://schemas.microsoft.com/office/drawing/2014/main" id="{7EBF3984-FEC9-E747-0780-C5F15B155F1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862944" y="1938184"/>
                          <a:ext cx="806335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5" name="文本框 4">
                          <a:extLst>
                            <a:ext uri="{FF2B5EF4-FFF2-40B4-BE49-F238E27FC236}">
                              <a16:creationId xmlns:a16="http://schemas.microsoft.com/office/drawing/2014/main" id="{7EBF3984-FEC9-E747-0780-C5F15B155F1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862944" y="1938184"/>
                          <a:ext cx="806335" cy="369332"/>
                        </a:xfrm>
                        <a:prstGeom prst="rect">
                          <a:avLst/>
                        </a:prstGeom>
                        <a:blipFill>
                          <a:blip r:embed="rId3"/>
                          <a:stretch>
                            <a:fillRect r="-12879" b="-1333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" name="文本框 5">
                          <a:extLst>
                            <a:ext uri="{FF2B5EF4-FFF2-40B4-BE49-F238E27FC236}">
                              <a16:creationId xmlns:a16="http://schemas.microsoft.com/office/drawing/2014/main" id="{A6309E24-62DC-AF17-F473-251C125D2F2D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589412" y="1938184"/>
                          <a:ext cx="806335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p:txBody>
                    </p:sp>
                  </mc:Choice>
                  <mc:Fallback xmlns="">
                    <p:sp>
                      <p:nvSpPr>
                        <p:cNvPr id="6" name="文本框 5">
                          <a:extLst>
                            <a:ext uri="{FF2B5EF4-FFF2-40B4-BE49-F238E27FC236}">
                              <a16:creationId xmlns:a16="http://schemas.microsoft.com/office/drawing/2014/main" id="{A6309E24-62DC-AF17-F473-251C125D2F2D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589412" y="1938184"/>
                          <a:ext cx="806335" cy="369332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 r="-16667" b="-13333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CN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8" name="椭圆 7">
                    <a:extLst>
                      <a:ext uri="{FF2B5EF4-FFF2-40B4-BE49-F238E27FC236}">
                        <a16:creationId xmlns:a16="http://schemas.microsoft.com/office/drawing/2014/main" id="{6CB7DF76-4E06-2D04-2B89-13600D327530}"/>
                      </a:ext>
                    </a:extLst>
                  </p:cNvPr>
                  <p:cNvSpPr/>
                  <p:nvPr/>
                </p:nvSpPr>
                <p:spPr>
                  <a:xfrm>
                    <a:off x="4578669" y="2426368"/>
                    <a:ext cx="192505" cy="1002632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" name="椭圆 8">
                    <a:extLst>
                      <a:ext uri="{FF2B5EF4-FFF2-40B4-BE49-F238E27FC236}">
                        <a16:creationId xmlns:a16="http://schemas.microsoft.com/office/drawing/2014/main" id="{29209EC8-6312-BCE4-5B7C-6F482BB89893}"/>
                      </a:ext>
                    </a:extLst>
                  </p:cNvPr>
                  <p:cNvSpPr/>
                  <p:nvPr/>
                </p:nvSpPr>
                <p:spPr>
                  <a:xfrm>
                    <a:off x="3407121" y="2360967"/>
                    <a:ext cx="192505" cy="1086338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1" name="直接连接符 10">
                    <a:extLst>
                      <a:ext uri="{FF2B5EF4-FFF2-40B4-BE49-F238E27FC236}">
                        <a16:creationId xmlns:a16="http://schemas.microsoft.com/office/drawing/2014/main" id="{3E5995EC-6C80-CCB8-C354-F60DD95C2A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771174" y="2360967"/>
                    <a:ext cx="3289984" cy="759222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接连接符 15">
                    <a:extLst>
                      <a:ext uri="{FF2B5EF4-FFF2-40B4-BE49-F238E27FC236}">
                        <a16:creationId xmlns:a16="http://schemas.microsoft.com/office/drawing/2014/main" id="{5231BCD9-B3CA-21C1-1634-2645805729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771174" y="2704125"/>
                    <a:ext cx="3289984" cy="759222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>
                    <a:extLst>
                      <a:ext uri="{FF2B5EF4-FFF2-40B4-BE49-F238E27FC236}">
                        <a16:creationId xmlns:a16="http://schemas.microsoft.com/office/drawing/2014/main" id="{A28EE1B0-AFA5-065E-D4D3-BF8D26458D19}"/>
                      </a:ext>
                    </a:extLst>
                  </p:cNvPr>
                  <p:cNvCxnSpPr>
                    <a:cxnSpLocks/>
                    <a:endCxn id="9" idx="7"/>
                  </p:cNvCxnSpPr>
                  <p:nvPr/>
                </p:nvCxnSpPr>
                <p:spPr>
                  <a:xfrm flipH="1" flipV="1">
                    <a:off x="3571434" y="2520058"/>
                    <a:ext cx="1007235" cy="102826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>
                    <a:extLst>
                      <a:ext uri="{FF2B5EF4-FFF2-40B4-BE49-F238E27FC236}">
                        <a16:creationId xmlns:a16="http://schemas.microsoft.com/office/drawing/2014/main" id="{8282C752-2FCF-4D8C-2A86-FB301316A7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593090" y="3217889"/>
                    <a:ext cx="1007235" cy="102826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E1FC7E36-4126-AC37-470F-F9AD93B348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057519" y="3320715"/>
                    <a:ext cx="1349602" cy="6514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AE77CA45-F60F-666E-31A8-A7878539F3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04612" y="2520058"/>
                    <a:ext cx="1349602" cy="6514"/>
                  </a:xfrm>
                  <a:prstGeom prst="line">
                    <a:avLst/>
                  </a:prstGeom>
                  <a:ln>
                    <a:solidFill>
                      <a:srgbClr val="F0A47D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矩形 24">
                    <a:extLst>
                      <a:ext uri="{FF2B5EF4-FFF2-40B4-BE49-F238E27FC236}">
                        <a16:creationId xmlns:a16="http://schemas.microsoft.com/office/drawing/2014/main" id="{A59BABEE-86DC-155A-1AB4-D72D23D7FF48}"/>
                      </a:ext>
                    </a:extLst>
                  </p:cNvPr>
                  <p:cNvSpPr/>
                  <p:nvPr/>
                </p:nvSpPr>
                <p:spPr>
                  <a:xfrm>
                    <a:off x="1531505" y="2217961"/>
                    <a:ext cx="557582" cy="1419446"/>
                  </a:xfrm>
                  <a:prstGeom prst="rect">
                    <a:avLst/>
                  </a:prstGeom>
                  <a:solidFill>
                    <a:srgbClr val="00B0F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文本框 25">
                    <a:extLst>
                      <a:ext uri="{FF2B5EF4-FFF2-40B4-BE49-F238E27FC236}">
                        <a16:creationId xmlns:a16="http://schemas.microsoft.com/office/drawing/2014/main" id="{3E652389-EAF3-92FE-B3C4-E0776DE8EE8A}"/>
                      </a:ext>
                    </a:extLst>
                  </p:cNvPr>
                  <p:cNvSpPr txBox="1"/>
                  <p:nvPr/>
                </p:nvSpPr>
                <p:spPr>
                  <a:xfrm>
                    <a:off x="1603095" y="2537966"/>
                    <a:ext cx="424740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/>
                      <a:t>天线</a:t>
                    </a:r>
                  </a:p>
                </p:txBody>
              </p: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16F4624F-613C-07B1-4E85-B788DB14176E}"/>
                    </a:ext>
                  </a:extLst>
                </p:cNvPr>
                <p:cNvSpPr txBox="1"/>
                <p:nvPr/>
              </p:nvSpPr>
              <p:spPr>
                <a:xfrm>
                  <a:off x="2647407" y="2422878"/>
                  <a:ext cx="10072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zoom1</a:t>
                  </a:r>
                  <a:endParaRPr lang="zh-CN" altLang="en-US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64ADB512-501E-53F3-F5CE-ABC6CDED0C0D}"/>
                    </a:ext>
                  </a:extLst>
                </p:cNvPr>
                <p:cNvSpPr txBox="1"/>
                <p:nvPr/>
              </p:nvSpPr>
              <p:spPr>
                <a:xfrm>
                  <a:off x="3814725" y="2379121"/>
                  <a:ext cx="10072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zoom2</a:t>
                  </a:r>
                  <a:endParaRPr lang="zh-CN" altLang="en-US" dirty="0"/>
                </a:p>
              </p:txBody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8976B4E-2804-CA20-4CFC-120EEFA06A1E}"/>
                    </a:ext>
                  </a:extLst>
                </p:cNvPr>
                <p:cNvSpPr txBox="1"/>
                <p:nvPr/>
              </p:nvSpPr>
              <p:spPr>
                <a:xfrm>
                  <a:off x="7370041" y="2413468"/>
                  <a:ext cx="11956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First lens</a:t>
                  </a:r>
                  <a:endParaRPr lang="zh-CN" altLang="en-US" dirty="0"/>
                </a:p>
              </p:txBody>
            </p:sp>
          </p:grp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A36CF01-BBB9-4E8A-BE8B-436B3145A442}"/>
                  </a:ext>
                </a:extLst>
              </p:cNvPr>
              <p:cNvSpPr/>
              <p:nvPr/>
            </p:nvSpPr>
            <p:spPr>
              <a:xfrm>
                <a:off x="10082463" y="2422878"/>
                <a:ext cx="946484" cy="2588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065FDF0E-928C-5B22-53FA-E20A2D145DBC}"/>
                </a:ext>
              </a:extLst>
            </p:cNvPr>
            <p:cNvGrpSpPr/>
            <p:nvPr/>
          </p:nvGrpSpPr>
          <p:grpSpPr>
            <a:xfrm>
              <a:off x="1647022" y="2379121"/>
              <a:ext cx="6208294" cy="1198268"/>
              <a:chOff x="1647022" y="2379121"/>
              <a:chExt cx="6208294" cy="1198268"/>
            </a:xfrm>
          </p:grpSpPr>
          <p:cxnSp>
            <p:nvCxnSpPr>
              <p:cNvPr id="23" name="直接箭头连接符 22">
                <a:extLst>
                  <a:ext uri="{FF2B5EF4-FFF2-40B4-BE49-F238E27FC236}">
                    <a16:creationId xmlns:a16="http://schemas.microsoft.com/office/drawing/2014/main" id="{E226FBA4-DF5A-4765-43E4-D12D181ECA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2547" y="3204269"/>
                <a:ext cx="6166000" cy="415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783E6086-90C5-A194-CCD2-CC39B436716B}"/>
                  </a:ext>
                </a:extLst>
              </p:cNvPr>
              <p:cNvCxnSpPr/>
              <p:nvPr/>
            </p:nvCxnSpPr>
            <p:spPr>
              <a:xfrm>
                <a:off x="1647022" y="2413468"/>
                <a:ext cx="0" cy="11639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D3F4BEA-0908-0D3F-1C22-E30F38D704D0}"/>
                  </a:ext>
                </a:extLst>
              </p:cNvPr>
              <p:cNvCxnSpPr/>
              <p:nvPr/>
            </p:nvCxnSpPr>
            <p:spPr>
              <a:xfrm>
                <a:off x="7855316" y="2379121"/>
                <a:ext cx="0" cy="116392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5357DA6-8FB8-5913-C3F0-41E3FE24DA3B}"/>
                </a:ext>
              </a:extLst>
            </p:cNvPr>
            <p:cNvSpPr txBox="1"/>
            <p:nvPr/>
          </p:nvSpPr>
          <p:spPr>
            <a:xfrm>
              <a:off x="4164887" y="3181731"/>
              <a:ext cx="13141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L= 4.590 m</a:t>
              </a:r>
              <a:endParaRPr lang="zh-CN" altLang="en-US" dirty="0"/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7587760C-1FB4-A59E-DF8B-EF301501725E}"/>
                </a:ext>
              </a:extLst>
            </p:cNvPr>
            <p:cNvCxnSpPr/>
            <p:nvPr/>
          </p:nvCxnSpPr>
          <p:spPr>
            <a:xfrm>
              <a:off x="1662547" y="990740"/>
              <a:ext cx="134960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058F0D8-798A-C36D-5BEF-0ED3BEF56DCB}"/>
                </a:ext>
              </a:extLst>
            </p:cNvPr>
            <p:cNvCxnSpPr>
              <a:cxnSpLocks/>
            </p:cNvCxnSpPr>
            <p:nvPr/>
          </p:nvCxnSpPr>
          <p:spPr>
            <a:xfrm>
              <a:off x="3061309" y="602812"/>
              <a:ext cx="0" cy="6043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13D4C71-65A4-6385-A288-40E6789978AB}"/>
                </a:ext>
              </a:extLst>
            </p:cNvPr>
            <p:cNvCxnSpPr>
              <a:cxnSpLocks/>
            </p:cNvCxnSpPr>
            <p:nvPr/>
          </p:nvCxnSpPr>
          <p:spPr>
            <a:xfrm>
              <a:off x="1644289" y="679152"/>
              <a:ext cx="0" cy="6043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1CC8F05-5B18-7F9F-D0A2-17B4EA5E5DFE}"/>
                </a:ext>
              </a:extLst>
            </p:cNvPr>
            <p:cNvSpPr txBox="1"/>
            <p:nvPr/>
          </p:nvSpPr>
          <p:spPr>
            <a:xfrm>
              <a:off x="1834551" y="664099"/>
              <a:ext cx="13154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d_antenna</a:t>
              </a:r>
              <a:endParaRPr lang="zh-CN" altLang="en-US" sz="1200" dirty="0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22F375A-AFCD-63F3-6686-B86C78879D3E}"/>
                </a:ext>
              </a:extLst>
            </p:cNvPr>
            <p:cNvCxnSpPr>
              <a:cxnSpLocks/>
            </p:cNvCxnSpPr>
            <p:nvPr/>
          </p:nvCxnSpPr>
          <p:spPr>
            <a:xfrm>
              <a:off x="4232856" y="594791"/>
              <a:ext cx="0" cy="6043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440FD488-8701-6923-A5A2-CDD95C3694A3}"/>
                </a:ext>
              </a:extLst>
            </p:cNvPr>
            <p:cNvCxnSpPr>
              <a:cxnSpLocks/>
            </p:cNvCxnSpPr>
            <p:nvPr/>
          </p:nvCxnSpPr>
          <p:spPr>
            <a:xfrm>
              <a:off x="3090985" y="997372"/>
              <a:ext cx="107529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F7E23E5-4B5A-933D-9B24-C0619E2B7AA5}"/>
                </a:ext>
              </a:extLst>
            </p:cNvPr>
            <p:cNvSpPr txBox="1"/>
            <p:nvPr/>
          </p:nvSpPr>
          <p:spPr>
            <a:xfrm>
              <a:off x="2999436" y="649077"/>
              <a:ext cx="21533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d_zoom1_zoom2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8156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08843C-99CF-BDF2-C49E-6E6FC9504504}"/>
              </a:ext>
            </a:extLst>
          </p:cNvPr>
          <p:cNvGrpSpPr/>
          <p:nvPr/>
        </p:nvGrpSpPr>
        <p:grpSpPr>
          <a:xfrm>
            <a:off x="591089" y="389741"/>
            <a:ext cx="4911936" cy="4963655"/>
            <a:chOff x="3234537" y="1179450"/>
            <a:chExt cx="4911936" cy="496365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3A0586E-B710-F5E3-95BA-6BF641549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3821" y="1179450"/>
              <a:ext cx="4080929" cy="114673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D1090CA-748A-2A43-B5F1-0905B107E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4537" y="2650469"/>
              <a:ext cx="4632112" cy="3361448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2A7FEAF-7394-DACB-091C-A1FDB0E6873C}"/>
                </a:ext>
              </a:extLst>
            </p:cNvPr>
            <p:cNvSpPr/>
            <p:nvPr/>
          </p:nvSpPr>
          <p:spPr>
            <a:xfrm>
              <a:off x="6304581" y="1317159"/>
              <a:ext cx="944117" cy="87131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E60C645-E6D3-6FA2-29CE-07051C31C720}"/>
                </a:ext>
              </a:extLst>
            </p:cNvPr>
            <p:cNvCxnSpPr/>
            <p:nvPr/>
          </p:nvCxnSpPr>
          <p:spPr>
            <a:xfrm flipH="1">
              <a:off x="3433156" y="2188470"/>
              <a:ext cx="2871425" cy="7209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1E29280D-B67D-DD7A-C7C6-06E240C7BD48}"/>
                </a:ext>
              </a:extLst>
            </p:cNvPr>
            <p:cNvCxnSpPr>
              <a:cxnSpLocks/>
            </p:cNvCxnSpPr>
            <p:nvPr/>
          </p:nvCxnSpPr>
          <p:spPr>
            <a:xfrm>
              <a:off x="7248698" y="2195215"/>
              <a:ext cx="897775" cy="7209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B9B1FE3-E6D8-4A68-4BC5-B145B9890E5B}"/>
                </a:ext>
              </a:extLst>
            </p:cNvPr>
            <p:cNvSpPr/>
            <p:nvPr/>
          </p:nvSpPr>
          <p:spPr>
            <a:xfrm>
              <a:off x="3234537" y="2909455"/>
              <a:ext cx="4911936" cy="32336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1461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8E61F535-4644-27A3-FA49-ED780F51A371}"/>
              </a:ext>
            </a:extLst>
          </p:cNvPr>
          <p:cNvGrpSpPr/>
          <p:nvPr/>
        </p:nvGrpSpPr>
        <p:grpSpPr>
          <a:xfrm>
            <a:off x="2150009" y="618805"/>
            <a:ext cx="4999153" cy="4974767"/>
            <a:chOff x="2150009" y="618805"/>
            <a:chExt cx="4999153" cy="497476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61D8D25-1FC7-ACFE-6429-561257E1A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0009" y="618805"/>
              <a:ext cx="4999153" cy="4974767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C566321-166E-74C5-1F68-E1A6BAC7580B}"/>
                </a:ext>
              </a:extLst>
            </p:cNvPr>
            <p:cNvSpPr txBox="1"/>
            <p:nvPr/>
          </p:nvSpPr>
          <p:spPr>
            <a:xfrm>
              <a:off x="5327181" y="4876800"/>
              <a:ext cx="1537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Cutoff layer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10948DF-531C-1A3D-E126-A2C0DFEF0997}"/>
                </a:ext>
              </a:extLst>
            </p:cNvPr>
            <p:cNvSpPr txBox="1"/>
            <p:nvPr/>
          </p:nvSpPr>
          <p:spPr>
            <a:xfrm>
              <a:off x="2360977" y="4876800"/>
              <a:ext cx="15376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Window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351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C5969FDB-C709-FE63-7EAD-742C76F7D543}"/>
              </a:ext>
            </a:extLst>
          </p:cNvPr>
          <p:cNvGrpSpPr/>
          <p:nvPr/>
        </p:nvGrpSpPr>
        <p:grpSpPr>
          <a:xfrm>
            <a:off x="533742" y="330848"/>
            <a:ext cx="7214151" cy="5468123"/>
            <a:chOff x="394594" y="658840"/>
            <a:chExt cx="7214151" cy="546812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3CC7143-4D29-7997-3D76-EA799A925D31}"/>
                </a:ext>
              </a:extLst>
            </p:cNvPr>
            <p:cNvGrpSpPr/>
            <p:nvPr/>
          </p:nvGrpSpPr>
          <p:grpSpPr>
            <a:xfrm>
              <a:off x="394594" y="658840"/>
              <a:ext cx="7214151" cy="5468123"/>
              <a:chOff x="1101176" y="642215"/>
              <a:chExt cx="7214151" cy="5468123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9033A642-40CE-2A95-FE66-050023B5778F}"/>
                  </a:ext>
                </a:extLst>
              </p:cNvPr>
              <p:cNvGrpSpPr/>
              <p:nvPr/>
            </p:nvGrpSpPr>
            <p:grpSpPr>
              <a:xfrm>
                <a:off x="1101176" y="642215"/>
                <a:ext cx="7214151" cy="5468123"/>
                <a:chOff x="1832696" y="908222"/>
                <a:chExt cx="7214151" cy="5468123"/>
              </a:xfrm>
            </p:grpSpPr>
            <p:pic>
              <p:nvPicPr>
                <p:cNvPr id="3" name="图片 2">
                  <a:extLst>
                    <a:ext uri="{FF2B5EF4-FFF2-40B4-BE49-F238E27FC236}">
                      <a16:creationId xmlns:a16="http://schemas.microsoft.com/office/drawing/2014/main" id="{7E0091AA-2F19-143E-12A1-EAF2C4764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832696" y="908222"/>
                  <a:ext cx="3693160" cy="2770160"/>
                </a:xfrm>
                <a:prstGeom prst="rect">
                  <a:avLst/>
                </a:prstGeom>
              </p:spPr>
            </p:pic>
            <p:pic>
              <p:nvPicPr>
                <p:cNvPr id="2" name="图片 1">
                  <a:extLst>
                    <a:ext uri="{FF2B5EF4-FFF2-40B4-BE49-F238E27FC236}">
                      <a16:creationId xmlns:a16="http://schemas.microsoft.com/office/drawing/2014/main" id="{6A78B002-A2C6-CBA0-DB43-7393CD481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22773" y="946702"/>
                  <a:ext cx="3693160" cy="2769870"/>
                </a:xfrm>
                <a:prstGeom prst="rect">
                  <a:avLst/>
                </a:prstGeom>
              </p:spPr>
            </p:pic>
            <p:pic>
              <p:nvPicPr>
                <p:cNvPr id="4" name="图片 3">
                  <a:extLst>
                    <a:ext uri="{FF2B5EF4-FFF2-40B4-BE49-F238E27FC236}">
                      <a16:creationId xmlns:a16="http://schemas.microsoft.com/office/drawing/2014/main" id="{B88E62E1-E2B2-09AB-7CFC-0601B25ED9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838729" y="3558713"/>
                  <a:ext cx="3681095" cy="2760980"/>
                </a:xfrm>
                <a:prstGeom prst="rect">
                  <a:avLst/>
                </a:prstGeom>
              </p:spPr>
            </p:pic>
            <p:pic>
              <p:nvPicPr>
                <p:cNvPr id="5" name="图片 4">
                  <a:extLst>
                    <a:ext uri="{FF2B5EF4-FFF2-40B4-BE49-F238E27FC236}">
                      <a16:creationId xmlns:a16="http://schemas.microsoft.com/office/drawing/2014/main" id="{578D093A-7F4C-5A15-70EA-2BF22FCC66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289610" y="3558713"/>
                  <a:ext cx="3757237" cy="2817632"/>
                </a:xfrm>
                <a:prstGeom prst="rect">
                  <a:avLst/>
                </a:prstGeom>
              </p:spPr>
            </p:pic>
          </p:grp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48EA498-7DE2-D70F-134D-0E13E7886252}"/>
                  </a:ext>
                </a:extLst>
              </p:cNvPr>
              <p:cNvSpPr txBox="1"/>
              <p:nvPr/>
            </p:nvSpPr>
            <p:spPr>
              <a:xfrm>
                <a:off x="4088808" y="935857"/>
                <a:ext cx="52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(a)</a:t>
                </a:r>
                <a:endParaRPr lang="zh-CN" altLang="en-US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97A3E8E-904D-1CB0-9A75-5A9E731DF6E6}"/>
                  </a:ext>
                </a:extLst>
              </p:cNvPr>
              <p:cNvSpPr txBox="1"/>
              <p:nvPr/>
            </p:nvSpPr>
            <p:spPr>
              <a:xfrm>
                <a:off x="4954385" y="935857"/>
                <a:ext cx="52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(b)</a:t>
                </a:r>
                <a:endParaRPr lang="zh-CN" altLang="en-US" dirty="0"/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C4A3BB5-5A9C-6725-9522-73406A462F0D}"/>
                  </a:ext>
                </a:extLst>
              </p:cNvPr>
              <p:cNvSpPr txBox="1"/>
              <p:nvPr/>
            </p:nvSpPr>
            <p:spPr>
              <a:xfrm>
                <a:off x="4085792" y="3559541"/>
                <a:ext cx="52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(c)</a:t>
                </a:r>
                <a:endParaRPr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92ADEF7-2AA1-E4E7-FE8A-EC469694AC39}"/>
                  </a:ext>
                </a:extLst>
              </p:cNvPr>
              <p:cNvSpPr txBox="1"/>
              <p:nvPr/>
            </p:nvSpPr>
            <p:spPr>
              <a:xfrm>
                <a:off x="4954385" y="3608423"/>
                <a:ext cx="523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(d)</a:t>
                </a:r>
                <a:endParaRPr lang="zh-CN" altLang="en-US" dirty="0"/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CA5C6AA-1E19-08B4-6D7F-9EBC17995454}"/>
                </a:ext>
              </a:extLst>
            </p:cNvPr>
            <p:cNvSpPr/>
            <p:nvPr/>
          </p:nvSpPr>
          <p:spPr>
            <a:xfrm>
              <a:off x="2316445" y="952482"/>
              <a:ext cx="1402144" cy="4808238"/>
            </a:xfrm>
            <a:prstGeom prst="rect">
              <a:avLst/>
            </a:prstGeom>
            <a:solidFill>
              <a:srgbClr val="FFC000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F814E76-5A97-7532-774E-E6CEA8ED2D9B}"/>
                </a:ext>
              </a:extLst>
            </p:cNvPr>
            <p:cNvSpPr/>
            <p:nvPr/>
          </p:nvSpPr>
          <p:spPr>
            <a:xfrm>
              <a:off x="5834270" y="1024881"/>
              <a:ext cx="1420910" cy="4808238"/>
            </a:xfrm>
            <a:prstGeom prst="rect">
              <a:avLst/>
            </a:prstGeom>
            <a:solidFill>
              <a:srgbClr val="FFC000">
                <a:alpha val="1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496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4FC2D57A4BB449EABAAF8D0048C76" ma:contentTypeVersion="12" ma:contentTypeDescription="Create a new document." ma:contentTypeScope="" ma:versionID="1cb1fd61801b3835b15943faee275b91">
  <xsd:schema xmlns:xsd="http://www.w3.org/2001/XMLSchema" xmlns:xs="http://www.w3.org/2001/XMLSchema" xmlns:p="http://schemas.microsoft.com/office/2006/metadata/properties" xmlns:ns3="17936081-4bf9-4132-8c7b-98c75d1b63f5" xmlns:ns4="d84895db-3dcd-4465-a349-176a4332d005" targetNamespace="http://schemas.microsoft.com/office/2006/metadata/properties" ma:root="true" ma:fieldsID="cf6649e4e8ec6626d48d1430e4f6be33" ns3:_="" ns4:_="">
    <xsd:import namespace="17936081-4bf9-4132-8c7b-98c75d1b63f5"/>
    <xsd:import namespace="d84895db-3dcd-4465-a349-176a4332d00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936081-4bf9-4132-8c7b-98c75d1b63f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4895db-3dcd-4465-a349-176a4332d00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936081-4bf9-4132-8c7b-98c75d1b63f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4B5EBF-3AF3-446D-89A3-604B1AB345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936081-4bf9-4132-8c7b-98c75d1b63f5"/>
    <ds:schemaRef ds:uri="d84895db-3dcd-4465-a349-176a4332d0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31E3A2-3A0A-4D47-961D-786587E1974D}">
  <ds:schemaRefs>
    <ds:schemaRef ds:uri="http://purl.org/dc/dcmitype/"/>
    <ds:schemaRef ds:uri="d84895db-3dcd-4465-a349-176a4332d005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17936081-4bf9-4132-8c7b-98c75d1b63f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29EB416-5A04-431A-8C52-EEABD40DE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69</Words>
  <Application>Microsoft Office PowerPoint</Application>
  <PresentationFormat>宽屏</PresentationFormat>
  <Paragraphs>27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MIR lens designation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Xinhang Xu</dc:creator>
  <cp:lastModifiedBy>Xinhang Xu</cp:lastModifiedBy>
  <cp:revision>4</cp:revision>
  <dcterms:created xsi:type="dcterms:W3CDTF">2026-03-15T23:48:17Z</dcterms:created>
  <dcterms:modified xsi:type="dcterms:W3CDTF">2026-08-18T07:45:24Z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0x010100F904FC2D57A4BB449EABAAF8D0048C76</vt:lpwstr>
  </property>
</Properties>
</file>