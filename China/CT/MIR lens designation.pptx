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5" autoAdjust="0"/>
    <p:restoredTop sz="94660"/>
  </p:normalViewPr>
  <p:slideViewPr>
    <p:cSldViewPr snapToGrid="0">
      <p:cViewPr>
        <p:scale>
          <a:sx n="100" d="100"/>
          <a:sy n="100" d="100"/>
        </p:scale>
        <p:origin x="114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0B9D1-DE20-D045-3978-40C39B7105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9D8217-6514-EAC7-6C84-9D3A5A4272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031B6D-20E1-41C3-9CDC-4EFE64BB7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A1D79-AC11-42D2-8624-BCB47AB1B64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18195E-E2DC-0BD1-6848-025A5B8F2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F224FC-78F1-824F-9109-F15F4C3BD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C85A-69BC-475C-938F-67A84E6E8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730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B11C57-F3EE-297B-DBA1-9C99DB384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8D1F4-FCF9-0E07-9679-2BDA0FE851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839AA2-90C0-6F3F-1FB4-57DAA4069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A1D79-AC11-42D2-8624-BCB47AB1B64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91849C-3E98-68EC-2C33-C89833988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A497C4-7F2C-3A14-5E00-87AC3F01F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C85A-69BC-475C-938F-67A84E6E8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44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1304-99AD-52D6-E6F0-25014D3AA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1E540D-0C64-0E5D-FFDE-ACC58F1495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1E2AB-34B7-F841-784D-EB15DCF6B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A1D79-AC11-42D2-8624-BCB47AB1B64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DB2851-F292-5E0C-4F05-C71A88F24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58995-2976-5F79-B3E2-5F3038A6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C85A-69BC-475C-938F-67A84E6E8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6226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1CD34-869C-1F76-82D1-194D3A6CA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C1777B-0C67-A18E-E03C-D88FFE927A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0548BD-378B-7FD8-A4B0-524826D7FC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9DB391-3E44-FDA8-6AF5-5F8D04970A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A1D79-AC11-42D2-8624-BCB47AB1B64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31D280-EBAA-DBED-06A2-07906C2F2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F84ACE-2FB5-2F55-DEA6-D84AB1F78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C85A-69BC-475C-938F-67A84E6E8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109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DBD8A-6856-80C0-E415-90802CA36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CD294C-E7B6-7DFF-C9DC-033D6B2DCB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667E96-3C76-58FF-BFC7-6312BAA770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CCD6A6-384E-1C81-5E0E-BD274F6E6B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8B8FCD-0BCB-6389-2D92-7C45119136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1AC08F-480E-9662-87F3-441B0C6D9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A1D79-AC11-42D2-8624-BCB47AB1B64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CCA101-BBB7-9443-A54A-97C62DD03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A387B1-2D4A-8861-41E9-D6C9F844A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C85A-69BC-475C-938F-67A84E6E8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0456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65F6C-8D71-A4D7-DD86-56C7973A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012A68-8B28-D811-EE46-E03B8D1AF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A1D79-AC11-42D2-8624-BCB47AB1B64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DCCD6E-7D59-6292-FFF1-5CC249A67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43039F-8820-5A6F-D235-8A4ADB092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C85A-69BC-475C-938F-67A84E6E8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900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828CB4-06B4-7D7C-BD24-BBA4813BD9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A1D79-AC11-42D2-8624-BCB47AB1B64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A733048-D09A-ADBC-70B6-8718AFD78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B446C-3C3F-5BD6-0607-AC3C5EEF8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C85A-69BC-475C-938F-67A84E6E8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180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1CC48-A862-B6EB-B1F6-706D19BD35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2D8F7-8322-1486-7A88-D27546478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DC2DDE-CA5F-5D03-D963-BC9C56C7D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C92D2-99F1-1BBF-9750-EF6CD54FB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A1D79-AC11-42D2-8624-BCB47AB1B64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4C3A6B-B687-4444-9BD6-F089500CB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036519-0429-1AB9-FF39-E1D40155A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C85A-69BC-475C-938F-67A84E6E8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2829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B8C39-C2E6-C823-2EDB-815F039C4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4E0F13-48C5-CE99-F77E-A4E8B6650A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FA8FD8-75A7-CC8B-D628-B909AB9980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768AF0-853B-8AAD-38AE-424DFFFBE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A1D79-AC11-42D2-8624-BCB47AB1B64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444ACA-0F4A-5158-27BE-581D9403F3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A74EDB-AC25-BE18-4468-5395ABFAE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C85A-69BC-475C-938F-67A84E6E8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276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23B82-ABA5-8B24-6BF6-B28362C6F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43A8D7-0FC9-DFCB-915E-D2440A1C37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5EE242-821D-2955-B19B-247C3F2EF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A1D79-AC11-42D2-8624-BCB47AB1B64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BF0670-6CA4-9163-EF81-DE20A51E12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909B56-A39E-12B0-5D26-3B6C161FE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C85A-69BC-475C-938F-67A84E6E8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826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EF9380-D886-5D03-6A9E-CD5ECB9A31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0321CE-F353-CE91-DD29-233F025AD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130F9-D367-D63E-62CA-37DCCFFF2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8A1D79-AC11-42D2-8624-BCB47AB1B64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55CAB-6BC2-C29E-73D8-FDFA9935D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06BCD2-DEBE-5770-874E-6EFD00B2D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EC85A-69BC-475C-938F-67A84E6E8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983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B7C5D2-21A6-F2F0-B609-BDAF6B709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EA782F-E26B-C4FB-7EC2-73869C5058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1A10D8-C27E-DEC9-A575-A18CC8D46C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8A1D79-AC11-42D2-8624-BCB47AB1B642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3531E-F549-570C-58DE-018B84768F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1FDA5D-C92D-11D5-6013-C3B03FD761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3EC85A-69BC-475C-938F-67A84E6E8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7296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B1474-56FF-64A0-1E0D-6619AD2533B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MIR </a:t>
            </a:r>
            <a:r>
              <a:rPr lang="en-US" altLang="zh-CN" dirty="0"/>
              <a:t>lens designation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CCEFE6-4F75-A11F-3CB4-A8433C6642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3/15/2026</a:t>
            </a:r>
          </a:p>
        </p:txBody>
      </p:sp>
    </p:spTree>
    <p:extLst>
      <p:ext uri="{BB962C8B-B14F-4D97-AF65-F5344CB8AC3E}">
        <p14:creationId xmlns:p14="http://schemas.microsoft.com/office/powerpoint/2010/main" val="6317324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D57BBBF3-1FAB-0E67-9F1B-A9266AC51D92}"/>
              </a:ext>
            </a:extLst>
          </p:cNvPr>
          <p:cNvGrpSpPr/>
          <p:nvPr/>
        </p:nvGrpSpPr>
        <p:grpSpPr>
          <a:xfrm>
            <a:off x="427008" y="1039593"/>
            <a:ext cx="10827526" cy="5146139"/>
            <a:chOff x="427008" y="1039593"/>
            <a:chExt cx="10827526" cy="5146139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143956C-5833-7C2E-693C-ADC87A851ABD}"/>
                </a:ext>
              </a:extLst>
            </p:cNvPr>
            <p:cNvGrpSpPr/>
            <p:nvPr/>
          </p:nvGrpSpPr>
          <p:grpSpPr>
            <a:xfrm>
              <a:off x="427008" y="3018532"/>
              <a:ext cx="8098132" cy="3167200"/>
              <a:chOff x="1103283" y="1180207"/>
              <a:chExt cx="8098132" cy="3167200"/>
            </a:xfrm>
          </p:grpSpPr>
          <p:cxnSp>
            <p:nvCxnSpPr>
              <p:cNvPr id="5" name="Straight Arrow Connector 4">
                <a:extLst>
                  <a:ext uri="{FF2B5EF4-FFF2-40B4-BE49-F238E27FC236}">
                    <a16:creationId xmlns:a16="http://schemas.microsoft.com/office/drawing/2014/main" id="{88E6FF5D-D255-DDB8-4B78-A8BD11EB2F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3283" y="2114971"/>
                <a:ext cx="227125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D2BAA299-6AD4-D07C-EF4E-A023DAF6DB9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3283" y="2756655"/>
                <a:ext cx="227125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E6F94669-76FE-C86D-5030-7A3550CA0E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03283" y="3398339"/>
                <a:ext cx="227125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0A1D7030-0944-9B23-9CE9-E0A0054B3DA6}"/>
                  </a:ext>
                </a:extLst>
              </p:cNvPr>
              <p:cNvSpPr/>
              <p:nvPr/>
            </p:nvSpPr>
            <p:spPr>
              <a:xfrm>
                <a:off x="3473116" y="1363580"/>
                <a:ext cx="898358" cy="2983827"/>
              </a:xfrm>
              <a:prstGeom prst="ellipse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C88B3902-294E-8698-F187-0FAB239724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142874" y="1551682"/>
                <a:ext cx="4543926" cy="120497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8BC74EAA-2F5E-A877-7D64-C631BCF821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71474" y="2775705"/>
                <a:ext cx="4315326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1F449F9C-4B5F-898B-D4E0-EC4488F9981C}"/>
                  </a:ext>
                </a:extLst>
              </p:cNvPr>
              <p:cNvCxnSpPr>
                <a:cxnSpLocks/>
                <a:stCxn id="8" idx="5"/>
              </p:cNvCxnSpPr>
              <p:nvPr/>
            </p:nvCxnSpPr>
            <p:spPr>
              <a:xfrm flipV="1">
                <a:off x="4239913" y="2795852"/>
                <a:ext cx="4446887" cy="111458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Arc 17">
                <a:extLst>
                  <a:ext uri="{FF2B5EF4-FFF2-40B4-BE49-F238E27FC236}">
                    <a16:creationId xmlns:a16="http://schemas.microsoft.com/office/drawing/2014/main" id="{B4A3F0DC-DA22-4C18-6300-9203CE8D0AFF}"/>
                  </a:ext>
                </a:extLst>
              </p:cNvPr>
              <p:cNvSpPr/>
              <p:nvPr/>
            </p:nvSpPr>
            <p:spPr>
              <a:xfrm rot="15732687">
                <a:off x="6191118" y="1999974"/>
                <a:ext cx="1581150" cy="1571609"/>
              </a:xfrm>
              <a:prstGeom prst="arc">
                <a:avLst>
                  <a:gd name="adj1" fmla="val 13902860"/>
                  <a:gd name="adj2" fmla="val 19797185"/>
                </a:avLst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DDCFF5C1-E935-7FAF-3B99-0FDFD7940512}"/>
                  </a:ext>
                </a:extLst>
              </p:cNvPr>
              <p:cNvSpPr/>
              <p:nvPr/>
            </p:nvSpPr>
            <p:spPr>
              <a:xfrm rot="15732687">
                <a:off x="7353565" y="2039170"/>
                <a:ext cx="1581150" cy="1571609"/>
              </a:xfrm>
              <a:prstGeom prst="arc">
                <a:avLst>
                  <a:gd name="adj1" fmla="val 15287666"/>
                  <a:gd name="adj2" fmla="val 18462087"/>
                </a:avLst>
              </a:prstGeom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E3DD19-20C3-76B9-894E-760CFF586AA8}"/>
                  </a:ext>
                </a:extLst>
              </p:cNvPr>
              <p:cNvSpPr txBox="1"/>
              <p:nvPr/>
            </p:nvSpPr>
            <p:spPr>
              <a:xfrm>
                <a:off x="8515218" y="2770843"/>
                <a:ext cx="68619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(x</a:t>
                </a:r>
                <a:r>
                  <a:rPr lang="en-US" baseline="-25000" dirty="0"/>
                  <a:t>c</a:t>
                </a:r>
                <a:r>
                  <a:rPr lang="en-US" dirty="0"/>
                  <a:t>,0)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1E6D3BE-95DF-BD91-49D5-174973B55E5A}"/>
                  </a:ext>
                </a:extLst>
              </p:cNvPr>
              <p:cNvSpPr txBox="1"/>
              <p:nvPr/>
            </p:nvSpPr>
            <p:spPr>
              <a:xfrm>
                <a:off x="6176678" y="2689432"/>
                <a:ext cx="4763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x</a:t>
                </a:r>
                <a:r>
                  <a:rPr lang="en-US" baseline="-25000" dirty="0"/>
                  <a:t>1</a:t>
                </a:r>
                <a:endParaRPr lang="en-US" dirty="0"/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301BA79-7197-DFAA-0664-EBA287481ADF}"/>
                  </a:ext>
                </a:extLst>
              </p:cNvPr>
              <p:cNvSpPr txBox="1"/>
              <p:nvPr/>
            </p:nvSpPr>
            <p:spPr>
              <a:xfrm>
                <a:off x="7351564" y="2670827"/>
                <a:ext cx="47631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x</a:t>
                </a:r>
                <a:r>
                  <a:rPr lang="en-US" baseline="-25000" dirty="0"/>
                  <a:t>2</a:t>
                </a:r>
                <a:endParaRPr lang="en-US" dirty="0"/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A651EABD-4A08-6422-F5C9-EF9C3B64C8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9731" y="1551682"/>
                <a:ext cx="0" cy="506486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2ED072B7-64B5-C111-FADE-D26F9BD284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51564" y="1861728"/>
                <a:ext cx="0" cy="506486"/>
              </a:xfrm>
              <a:prstGeom prst="straightConnector1">
                <a:avLst/>
              </a:prstGeom>
              <a:ln>
                <a:solidFill>
                  <a:schemeClr val="bg1">
                    <a:lumMod val="50000"/>
                  </a:schemeClr>
                </a:solidFill>
                <a:headEnd type="none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B043E31-01FA-3ABF-F1F9-3181C5052D32}"/>
                  </a:ext>
                </a:extLst>
              </p:cNvPr>
              <p:cNvSpPr txBox="1"/>
              <p:nvPr/>
            </p:nvSpPr>
            <p:spPr>
              <a:xfrm>
                <a:off x="5741906" y="1180207"/>
                <a:ext cx="11351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</a:t>
                </a:r>
                <a:r>
                  <a:rPr lang="en-US" baseline="-25000" dirty="0"/>
                  <a:t>1 </a:t>
                </a:r>
                <a:r>
                  <a:rPr lang="en-US" dirty="0"/>
                  <a:t>= x</a:t>
                </a:r>
                <a:r>
                  <a:rPr lang="en-US" baseline="-25000" dirty="0"/>
                  <a:t>c</a:t>
                </a:r>
                <a:r>
                  <a:rPr lang="en-US" dirty="0"/>
                  <a:t>-x</a:t>
                </a:r>
                <a:r>
                  <a:rPr lang="en-US" baseline="-25000" dirty="0"/>
                  <a:t>1</a:t>
                </a:r>
                <a:endParaRPr lang="en-US" dirty="0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4DD315A-C7E5-EA05-34A9-B8886D993CE6}"/>
                  </a:ext>
                </a:extLst>
              </p:cNvPr>
              <p:cNvSpPr txBox="1"/>
              <p:nvPr/>
            </p:nvSpPr>
            <p:spPr>
              <a:xfrm>
                <a:off x="7069225" y="1414564"/>
                <a:ext cx="11351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R</a:t>
                </a:r>
                <a:r>
                  <a:rPr lang="en-US" baseline="-25000" dirty="0"/>
                  <a:t>2 </a:t>
                </a:r>
                <a:r>
                  <a:rPr lang="en-US" dirty="0"/>
                  <a:t>= x</a:t>
                </a:r>
                <a:r>
                  <a:rPr lang="en-US" baseline="-25000" dirty="0"/>
                  <a:t>c</a:t>
                </a:r>
                <a:r>
                  <a:rPr lang="en-US" dirty="0"/>
                  <a:t>-x</a:t>
                </a:r>
                <a:r>
                  <a:rPr lang="en-US" baseline="-25000" dirty="0"/>
                  <a:t>2</a:t>
                </a:r>
                <a:endParaRPr lang="en-US" dirty="0"/>
              </a:p>
            </p:txBody>
          </p:sp>
        </p:grp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DDF738CA-AB91-2091-20FF-2FB5CED4B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6620" b="25420"/>
            <a:stretch>
              <a:fillRect/>
            </a:stretch>
          </p:blipFill>
          <p:spPr>
            <a:xfrm>
              <a:off x="556466" y="1039593"/>
              <a:ext cx="10698068" cy="1711652"/>
            </a:xfrm>
            <a:prstGeom prst="rect">
              <a:avLst/>
            </a:prstGeom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E16B728-8166-0079-5FFE-74902FDA9B1C}"/>
                </a:ext>
              </a:extLst>
            </p:cNvPr>
            <p:cNvSpPr/>
            <p:nvPr/>
          </p:nvSpPr>
          <p:spPr>
            <a:xfrm>
              <a:off x="695325" y="1114425"/>
              <a:ext cx="4733925" cy="1543050"/>
            </a:xfrm>
            <a:prstGeom prst="rect">
              <a:avLst/>
            </a:prstGeom>
            <a:noFill/>
            <a:ln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Arrow: Down 33">
              <a:extLst>
                <a:ext uri="{FF2B5EF4-FFF2-40B4-BE49-F238E27FC236}">
                  <a16:creationId xmlns:a16="http://schemas.microsoft.com/office/drawing/2014/main" id="{853C7A3C-615D-47C4-D6DB-EC38ABF752B5}"/>
                </a:ext>
              </a:extLst>
            </p:cNvPr>
            <p:cNvSpPr/>
            <p:nvPr/>
          </p:nvSpPr>
          <p:spPr>
            <a:xfrm>
              <a:off x="3224965" y="2732307"/>
              <a:ext cx="125830" cy="356890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1735731-3F6D-561D-A218-99E72A40C095}"/>
                </a:ext>
              </a:extLst>
            </p:cNvPr>
            <p:cNvSpPr txBox="1"/>
            <p:nvPr/>
          </p:nvSpPr>
          <p:spPr>
            <a:xfrm>
              <a:off x="3350795" y="2681389"/>
              <a:ext cx="10273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等效于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63178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904FC2D57A4BB449EABAAF8D0048C76" ma:contentTypeVersion="12" ma:contentTypeDescription="Create a new document." ma:contentTypeScope="" ma:versionID="1cb1fd61801b3835b15943faee275b91">
  <xsd:schema xmlns:xsd="http://www.w3.org/2001/XMLSchema" xmlns:xs="http://www.w3.org/2001/XMLSchema" xmlns:p="http://schemas.microsoft.com/office/2006/metadata/properties" xmlns:ns3="17936081-4bf9-4132-8c7b-98c75d1b63f5" xmlns:ns4="d84895db-3dcd-4465-a349-176a4332d005" targetNamespace="http://schemas.microsoft.com/office/2006/metadata/properties" ma:root="true" ma:fieldsID="cf6649e4e8ec6626d48d1430e4f6be33" ns3:_="" ns4:_="">
    <xsd:import namespace="17936081-4bf9-4132-8c7b-98c75d1b63f5"/>
    <xsd:import namespace="d84895db-3dcd-4465-a349-176a4332d005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936081-4bf9-4132-8c7b-98c75d1b63f5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4895db-3dcd-4465-a349-176a4332d005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17936081-4bf9-4132-8c7b-98c75d1b63f5" xsi:nil="true"/>
  </documentManagement>
</p:properties>
</file>

<file path=customXml/itemProps1.xml><?xml version="1.0" encoding="utf-8"?>
<ds:datastoreItem xmlns:ds="http://schemas.openxmlformats.org/officeDocument/2006/customXml" ds:itemID="{124B5EBF-3AF3-446D-89A3-604B1AB345A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7936081-4bf9-4132-8c7b-98c75d1b63f5"/>
    <ds:schemaRef ds:uri="d84895db-3dcd-4465-a349-176a4332d00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29EB416-5A04-431A-8C52-EEABD40DE5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C31E3A2-3A0A-4D47-961D-786587E1974D}">
  <ds:schemaRefs>
    <ds:schemaRef ds:uri="http://purl.org/dc/dcmitype/"/>
    <ds:schemaRef ds:uri="d84895db-3dcd-4465-a349-176a4332d005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www.w3.org/XML/1998/namespace"/>
    <ds:schemaRef ds:uri="http://schemas.microsoft.com/office/2006/documentManagement/types"/>
    <ds:schemaRef ds:uri="17936081-4bf9-4132-8c7b-98c75d1b63f5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19</Words>
  <Application>Microsoft Office PowerPoint</Application>
  <PresentationFormat>Widescreen</PresentationFormat>
  <Paragraphs>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MIR lens designation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Xinhang Xu</dc:creator>
  <cp:lastModifiedBy>Xinhang Xu</cp:lastModifiedBy>
  <cp:revision>1</cp:revision>
  <dcterms:created xsi:type="dcterms:W3CDTF">2026-03-15T23:48:17Z</dcterms:created>
  <dcterms:modified xsi:type="dcterms:W3CDTF">2026-03-16T00:54:24Z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0x010100F904FC2D57A4BB449EABAAF8D0048C76</vt:lpwstr>
  </property>
</Properties>
</file>