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</p:sldIdLst>
  <p:sldSz cx="12192000" cy="6858000"/>
  <p:notesSz cx="6797675" cy="992822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B2B2B2"/>
    <a:srgbClr val="202020"/>
    <a:srgbClr val="323232"/>
    <a:srgbClr val="CC3300"/>
    <a:srgbClr val="CC00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78" autoAdjust="0"/>
    <p:restoredTop sz="85106" autoAdjust="0"/>
  </p:normalViewPr>
  <p:slideViewPr>
    <p:cSldViewPr snapToGrid="0" showGuides="1">
      <p:cViewPr varScale="1">
        <p:scale>
          <a:sx n="96" d="100"/>
          <a:sy n="96" d="100"/>
        </p:scale>
        <p:origin x="1308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528" cy="498120"/>
          </a:xfrm>
          <a:prstGeom prst="rect">
            <a:avLst/>
          </a:prstGeom>
        </p:spPr>
        <p:txBody>
          <a:bodyPr vert="horz" lIns="88203" tIns="44102" rIns="88203" bIns="44102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271" y="0"/>
            <a:ext cx="2945528" cy="498120"/>
          </a:xfrm>
          <a:prstGeom prst="rect">
            <a:avLst/>
          </a:prstGeom>
        </p:spPr>
        <p:txBody>
          <a:bodyPr vert="horz" lIns="88203" tIns="44102" rIns="88203" bIns="44102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9798"/>
            <a:ext cx="2945528" cy="498119"/>
          </a:xfrm>
          <a:prstGeom prst="rect">
            <a:avLst/>
          </a:prstGeom>
        </p:spPr>
        <p:txBody>
          <a:bodyPr vert="horz" lIns="88203" tIns="44102" rIns="88203" bIns="44102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271" y="9429798"/>
            <a:ext cx="2945528" cy="498119"/>
          </a:xfrm>
          <a:prstGeom prst="rect">
            <a:avLst/>
          </a:prstGeom>
        </p:spPr>
        <p:txBody>
          <a:bodyPr vert="horz" lIns="88203" tIns="44102" rIns="88203" bIns="44102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406" cy="497413"/>
          </a:xfrm>
          <a:prstGeom prst="rect">
            <a:avLst/>
          </a:prstGeom>
        </p:spPr>
        <p:txBody>
          <a:bodyPr vert="horz" lIns="88203" tIns="44102" rIns="88203" bIns="44102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750" y="0"/>
            <a:ext cx="2945405" cy="497413"/>
          </a:xfrm>
          <a:prstGeom prst="rect">
            <a:avLst/>
          </a:prstGeom>
        </p:spPr>
        <p:txBody>
          <a:bodyPr vert="horz" lIns="88203" tIns="44102" rIns="88203" bIns="44102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203" tIns="44102" rIns="88203" bIns="44102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0527" y="4778546"/>
            <a:ext cx="5438140" cy="3908459"/>
          </a:xfrm>
          <a:prstGeom prst="rect">
            <a:avLst/>
          </a:prstGeom>
        </p:spPr>
        <p:txBody>
          <a:bodyPr vert="horz" lIns="88203" tIns="44102" rIns="88203" bIns="44102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430813"/>
            <a:ext cx="2945406" cy="497413"/>
          </a:xfrm>
          <a:prstGeom prst="rect">
            <a:avLst/>
          </a:prstGeom>
        </p:spPr>
        <p:txBody>
          <a:bodyPr vert="horz" lIns="88203" tIns="44102" rIns="88203" bIns="44102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750" y="9430813"/>
            <a:ext cx="2945405" cy="497413"/>
          </a:xfrm>
          <a:prstGeom prst="rect">
            <a:avLst/>
          </a:prstGeom>
        </p:spPr>
        <p:txBody>
          <a:bodyPr vert="horz" lIns="88203" tIns="44102" rIns="88203" bIns="44102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1871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纵场线圈到引线外侧的径向距离为</a:t>
            </a:r>
            <a:r>
              <a:rPr lang="en-US" altLang="zh-CN" dirty="0"/>
              <a:t>90-100 cm</a:t>
            </a:r>
            <a:r>
              <a:rPr lang="zh-CN" altLang="en-US" dirty="0"/>
              <a:t>，纵场线圈到钢板支撑的径向距离为</a:t>
            </a:r>
            <a:r>
              <a:rPr lang="en-US" altLang="zh-CN" dirty="0"/>
              <a:t>120 cm</a:t>
            </a:r>
          </a:p>
          <a:p>
            <a:r>
              <a:rPr lang="zh-CN" altLang="en-US" dirty="0"/>
              <a:t>纵场线圈外侧到法兰根部的径向距离为</a:t>
            </a:r>
            <a:r>
              <a:rPr lang="en-US" altLang="zh-CN" dirty="0"/>
              <a:t>57 cm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7716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2025/11/21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449580"/>
            <a:ext cx="11101705" cy="5509260"/>
          </a:xfrm>
          <a:prstGeom prst="rect">
            <a:avLst/>
          </a:prstGeom>
        </p:spPr>
      </p:pic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D6159853-8280-4BE6-A2B3-BC92D0DF0D84}"/>
              </a:ext>
            </a:extLst>
          </p:cNvPr>
          <p:cNvCxnSpPr>
            <a:cxnSpLocks/>
          </p:cNvCxnSpPr>
          <p:nvPr/>
        </p:nvCxnSpPr>
        <p:spPr>
          <a:xfrm flipV="1">
            <a:off x="3110459" y="3207895"/>
            <a:ext cx="1986197" cy="3087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4720285-07AC-4AE3-99CC-5B1974552CBF}"/>
              </a:ext>
            </a:extLst>
          </p:cNvPr>
          <p:cNvSpPr txBox="1"/>
          <p:nvPr/>
        </p:nvSpPr>
        <p:spPr>
          <a:xfrm>
            <a:off x="2325629" y="629586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微波成像窗口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" y="502285"/>
            <a:ext cx="11021695" cy="54698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61B366-F0F6-4DB0-B0D5-B10D1ED8F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484AE96-AF27-49A5-BB6F-A023B76893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761" y="334104"/>
            <a:ext cx="3263503" cy="4351338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850AA96-23BC-4523-AB8B-3248E83C4B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1203" y="334105"/>
            <a:ext cx="3263503" cy="435133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D1D3A0B-8279-4046-A25B-948C7F39E4E0}"/>
              </a:ext>
            </a:extLst>
          </p:cNvPr>
          <p:cNvSpPr txBox="1"/>
          <p:nvPr/>
        </p:nvSpPr>
        <p:spPr>
          <a:xfrm>
            <a:off x="299803" y="5373974"/>
            <a:ext cx="4916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线圈引线外侧到法兰根部的距离为</a:t>
            </a:r>
            <a:r>
              <a:rPr lang="en-US" altLang="zh-CN" dirty="0"/>
              <a:t>1.47-1.57 </a:t>
            </a:r>
            <a:r>
              <a:rPr lang="zh-CN" altLang="en-US" dirty="0"/>
              <a:t>米</a:t>
            </a:r>
          </a:p>
        </p:txBody>
      </p:sp>
    </p:spTree>
    <p:extLst>
      <p:ext uri="{BB962C8B-B14F-4D97-AF65-F5344CB8AC3E}">
        <p14:creationId xmlns:p14="http://schemas.microsoft.com/office/powerpoint/2010/main" val="465052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917D23B-6367-47B6-9348-1AE7170F03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109" y="258445"/>
            <a:ext cx="6810613" cy="5141189"/>
          </a:xfrm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A0AE116F-7067-4FD0-B277-250D36048954}"/>
              </a:ext>
            </a:extLst>
          </p:cNvPr>
          <p:cNvCxnSpPr>
            <a:cxnSpLocks/>
          </p:cNvCxnSpPr>
          <p:nvPr/>
        </p:nvCxnSpPr>
        <p:spPr>
          <a:xfrm flipV="1">
            <a:off x="6096000" y="4929495"/>
            <a:ext cx="285750" cy="581025"/>
          </a:xfrm>
          <a:prstGeom prst="straightConnector1">
            <a:avLst/>
          </a:prstGeom>
          <a:ln>
            <a:solidFill>
              <a:srgbClr val="FF3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5032B08A-FCF3-4ECE-A89D-E39B73CB3C59}"/>
              </a:ext>
            </a:extLst>
          </p:cNvPr>
          <p:cNvSpPr txBox="1"/>
          <p:nvPr/>
        </p:nvSpPr>
        <p:spPr>
          <a:xfrm>
            <a:off x="5499304" y="551052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微波成像窗口</a:t>
            </a:r>
          </a:p>
        </p:txBody>
      </p:sp>
    </p:spTree>
    <p:extLst>
      <p:ext uri="{BB962C8B-B14F-4D97-AF65-F5344CB8AC3E}">
        <p14:creationId xmlns:p14="http://schemas.microsoft.com/office/powerpoint/2010/main" val="1879229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457C78-69F8-4017-9B1F-4E4610CB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D20268C-F860-4375-B7CB-B28E9B73DF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594" y="1584008"/>
            <a:ext cx="7328960" cy="4351338"/>
          </a:xfrm>
        </p:spPr>
      </p:pic>
    </p:spTree>
    <p:extLst>
      <p:ext uri="{BB962C8B-B14F-4D97-AF65-F5344CB8AC3E}">
        <p14:creationId xmlns:p14="http://schemas.microsoft.com/office/powerpoint/2010/main" val="929850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1DD13D-37CB-4329-9739-AB0D85DE5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FD67008-BCB4-47F8-8158-A1D38460B8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695" y="1527645"/>
            <a:ext cx="10122208" cy="4053758"/>
          </a:xfrm>
        </p:spPr>
      </p:pic>
    </p:spTree>
    <p:extLst>
      <p:ext uri="{BB962C8B-B14F-4D97-AF65-F5344CB8AC3E}">
        <p14:creationId xmlns:p14="http://schemas.microsoft.com/office/powerpoint/2010/main" val="1727243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7237"/>
            <a:ext cx="12192000" cy="644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192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562" y="1804987"/>
            <a:ext cx="9286875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906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892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</TotalTime>
  <Words>84</Words>
  <Application>Microsoft Office PowerPoint</Application>
  <PresentationFormat>Widescreen</PresentationFormat>
  <Paragraphs>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宋体</vt:lpstr>
      <vt:lpstr>Arial</vt:lpstr>
      <vt:lpstr>Arial Black</vt:lpstr>
      <vt:lpstr>Calibri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darkest</dc:creator>
  <cp:lastModifiedBy>Xinhang Xu</cp:lastModifiedBy>
  <cp:revision>12</cp:revision>
  <cp:lastPrinted>2023-09-25T02:51:22Z</cp:lastPrinted>
  <dcterms:created xsi:type="dcterms:W3CDTF">2023-05-18T08:11:52Z</dcterms:created>
  <dcterms:modified xsi:type="dcterms:W3CDTF">2025-11-21T20:02:49Z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2052-11.1.0.11691</vt:lpwstr>
  </property>
  <property fmtid="{D5CDD505-2E9C-101B-9397-08002B2CF9AE}" pid="3" name="ICV">
    <vt:lpwstr/>
  </property>
</Properties>
</file>