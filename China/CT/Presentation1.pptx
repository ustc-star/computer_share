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9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616F8-3EFB-106E-A4E9-A2362983E4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4B3AD-F1BC-5E83-E14C-A2ADE82F0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F59F0-664B-4EBF-A7FD-B4CA63AF7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748DE-90EE-36E7-5DA8-5AF02DE00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4B451-B621-4E3D-B4A0-7793459E8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128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AAE61-9268-EABA-BA7E-E0CF5876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1A9E4-B5E2-7673-4999-E68BBCAB3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92E7D-FDBA-92F7-E3C0-15B016F2C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9BD42-1C83-B215-B1E0-7D479CD37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91689-2C44-37F5-71CA-D7C41E813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83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CA091-09E8-2EDF-AC16-364F84F6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64EC87-2165-87D1-9047-7D205F712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9AD6B-0474-016F-E361-E6B895BA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D221-1335-3791-A59E-543C34F9A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6F28C-0A09-84A8-7BA1-E2C3D11BD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625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F9A5-4613-527B-89C0-EA0AC7DC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4EF2-BC6E-A32D-0C1E-102C33C7BD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BFA16-24A4-0B83-E5E5-B9D30337B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53E87C-F536-5F85-F334-5A956C73B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1FAE4-8087-A2F1-9ECD-273E8AD40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6816B9-8B02-8642-03E1-54F98E36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95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4168E-457B-3499-66C7-A51B9D803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71EC1-8979-4B49-ACF1-A4B945F27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0F32C-B27C-76C6-EB14-36BBB4C98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C302D8-3250-AF53-D1BC-E2F4FF388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E8813-5884-40AB-713A-FE5C1636E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054CD7-2014-83EC-54C0-926D8CC24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329643-E4F9-DF7D-90F5-510805961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2F292C-C79E-B53A-4DB2-8CF6FF4E0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985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2EA4-3C32-50D1-4FA3-2245EB90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27EE9-0F32-1E15-3573-193D0D720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AEF412-D14C-081D-2B55-4C09DED0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2301C9-B849-3C58-B8E6-5C0E3BB2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72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5BB23F-3780-A56F-F924-07FFBFA50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FE5AF8-ACD3-58B7-A8D9-3DC5CF596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3FFE8-D550-9F6B-902C-BF0D8A073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556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8A07E-6644-F892-8B17-0B86D0315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BB1D0-593B-01A5-C0FC-5FA16BA82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4588F-23FE-A422-B9D1-B1BF50166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C6D6A9-2850-AC49-20DE-4E68BD757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2A5860-A15F-FEB4-762E-349C0E679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2B1F1-5FC2-82F6-FE77-FAAE4C03F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989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CEDA0-87F3-94ED-FC3B-45BD53962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460123-AB18-CA19-13F6-C03168A960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3D57F8-9491-D58F-2B54-EFA652EC60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D639E-E0B1-ADEF-5070-10751C057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FC2324-2771-9828-1ED7-2953BB7C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A96328-809E-A7D7-08F9-FD844DBB3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48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8936F-EA01-0CE8-05D8-5EF7EB5DC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D7CF6F-85B2-7D96-5712-56019E9890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E175-7A4F-7D47-A6E0-DB7D868FF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D9EE4-F77C-5101-C0C1-5F6522718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260AF-E745-3039-AB26-D2ECF8932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53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2EB115-6604-5956-9C3F-BFDB467C3F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0CA528-A5FD-EC54-E4C9-EE2CBB5ED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BA5BF-6437-B04E-6C2B-9349F454D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4BC1E-7A18-E3FB-ECC9-B5574BA48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7E468-E980-5FD2-41CE-D86E18E67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2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D58ABE-F0A6-254D-BC48-8CCFC61C1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1BD7C-5A57-F39B-4246-91587653B0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99570-95F4-D56A-3D9F-AF8E9CBFEA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14AFC7-9D55-48F2-BBD2-2A90358CCC0E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C67B8-CE80-EB9A-8E51-194044AD6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A260F-CD86-7479-FC46-6080477251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352AB6-06D4-4570-B3BE-B0130698F5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637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6416E9C8-D439-CA9E-5DA1-3A7A7E8315B7}"/>
              </a:ext>
            </a:extLst>
          </p:cNvPr>
          <p:cNvGrpSpPr/>
          <p:nvPr/>
        </p:nvGrpSpPr>
        <p:grpSpPr>
          <a:xfrm>
            <a:off x="1379621" y="113982"/>
            <a:ext cx="8246642" cy="5522817"/>
            <a:chOff x="1379621" y="113982"/>
            <a:chExt cx="8246642" cy="552281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C407A57-9A63-C68A-E122-BA831E74250D}"/>
                </a:ext>
              </a:extLst>
            </p:cNvPr>
            <p:cNvGrpSpPr/>
            <p:nvPr/>
          </p:nvGrpSpPr>
          <p:grpSpPr>
            <a:xfrm>
              <a:off x="1614236" y="541420"/>
              <a:ext cx="7726779" cy="1925053"/>
              <a:chOff x="1493921" y="1295399"/>
              <a:chExt cx="7726779" cy="1925053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C899E5F-C0D6-AD0E-4426-3F8D1E0E6B86}"/>
                  </a:ext>
                </a:extLst>
              </p:cNvPr>
              <p:cNvGrpSpPr/>
              <p:nvPr/>
            </p:nvGrpSpPr>
            <p:grpSpPr>
              <a:xfrm>
                <a:off x="1493921" y="1295399"/>
                <a:ext cx="7726779" cy="1925053"/>
                <a:chOff x="657726" y="1503947"/>
                <a:chExt cx="7726779" cy="1925053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182ACB0B-001C-71B4-96E8-A278688E6092}"/>
                    </a:ext>
                  </a:extLst>
                </p:cNvPr>
                <p:cNvSpPr/>
                <p:nvPr/>
              </p:nvSpPr>
              <p:spPr>
                <a:xfrm>
                  <a:off x="3994485" y="1503947"/>
                  <a:ext cx="393031" cy="192505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5794E01B-74E5-4063-C30F-292B943CA248}"/>
                    </a:ext>
                  </a:extLst>
                </p:cNvPr>
                <p:cNvCxnSpPr>
                  <a:cxnSpLocks/>
                  <a:endCxn id="7" idx="6"/>
                </p:cNvCxnSpPr>
                <p:nvPr/>
              </p:nvCxnSpPr>
              <p:spPr>
                <a:xfrm flipV="1">
                  <a:off x="858253" y="2454440"/>
                  <a:ext cx="7303168" cy="1203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F355DA8-41D5-EA1F-0ACA-FB440E5387C8}"/>
                    </a:ext>
                  </a:extLst>
                </p:cNvPr>
                <p:cNvSpPr/>
                <p:nvPr/>
              </p:nvSpPr>
              <p:spPr>
                <a:xfrm>
                  <a:off x="8025063" y="2350167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EE3EEC9-A483-770F-EC3E-04A1675BCA86}"/>
                    </a:ext>
                  </a:extLst>
                </p:cNvPr>
                <p:cNvSpPr txBox="1"/>
                <p:nvPr/>
              </p:nvSpPr>
              <p:spPr>
                <a:xfrm>
                  <a:off x="8061655" y="2486574"/>
                  <a:ext cx="322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i</a:t>
                  </a:r>
                  <a:endParaRPr lang="en-US" baseline="-25000" dirty="0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6C07751-E595-1326-A4ED-F15127B02D19}"/>
                    </a:ext>
                  </a:extLst>
                </p:cNvPr>
                <p:cNvSpPr/>
                <p:nvPr/>
              </p:nvSpPr>
              <p:spPr>
                <a:xfrm>
                  <a:off x="790074" y="2362200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4134D0F-808F-F4E0-C3F5-5C9FABB512EF}"/>
                    </a:ext>
                  </a:extLst>
                </p:cNvPr>
                <p:cNvSpPr txBox="1"/>
                <p:nvPr/>
              </p:nvSpPr>
              <p:spPr>
                <a:xfrm>
                  <a:off x="657726" y="2607207"/>
                  <a:ext cx="53741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o</a:t>
                  </a:r>
                  <a:endParaRPr lang="en-US" baseline="-25000" dirty="0"/>
                </a:p>
              </p:txBody>
            </p:sp>
          </p:grp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2A791E1-8E6A-7082-FB4D-F7844501F197}"/>
                  </a:ext>
                </a:extLst>
              </p:cNvPr>
              <p:cNvCxnSpPr>
                <a:cxnSpLocks/>
                <a:stCxn id="7" idx="0"/>
              </p:cNvCxnSpPr>
              <p:nvPr/>
            </p:nvCxnSpPr>
            <p:spPr>
              <a:xfrm flipH="1" flipV="1">
                <a:off x="5149516" y="1425742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516B4-E727-D25B-830E-5C0878E81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9515" y="2362197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6A83D8D-8AE0-6729-C1DD-C8093CCD7252}"/>
                  </a:ext>
                </a:extLst>
              </p:cNvPr>
              <p:cNvCxnSpPr>
                <a:cxnSpLocks/>
                <a:stCxn id="10" idx="0"/>
              </p:cNvCxnSpPr>
              <p:nvPr/>
            </p:nvCxnSpPr>
            <p:spPr>
              <a:xfrm flipV="1">
                <a:off x="1694448" y="1413709"/>
                <a:ext cx="3207420" cy="739943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E45E052-3225-A382-8200-0CE295CC66CD}"/>
                  </a:ext>
                </a:extLst>
              </p:cNvPr>
              <p:cNvCxnSpPr>
                <a:cxnSpLocks/>
                <a:stCxn id="10" idx="5"/>
              </p:cNvCxnSpPr>
              <p:nvPr/>
            </p:nvCxnSpPr>
            <p:spPr>
              <a:xfrm>
                <a:off x="1742658" y="2331656"/>
                <a:ext cx="3159209" cy="734385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689C43F2-33AF-CB5B-21AF-1E85DF21CEC3}"/>
                </a:ext>
              </a:extLst>
            </p:cNvPr>
            <p:cNvSpPr/>
            <p:nvPr/>
          </p:nvSpPr>
          <p:spPr>
            <a:xfrm>
              <a:off x="5040228" y="2927684"/>
              <a:ext cx="214563" cy="29677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25794F7-6B44-8C15-499D-7D0E8D2C1DB5}"/>
                </a:ext>
              </a:extLst>
            </p:cNvPr>
            <p:cNvGrpSpPr/>
            <p:nvPr/>
          </p:nvGrpSpPr>
          <p:grpSpPr>
            <a:xfrm>
              <a:off x="1746584" y="3685674"/>
              <a:ext cx="7853607" cy="1925053"/>
              <a:chOff x="1626269" y="1295399"/>
              <a:chExt cx="7853607" cy="1925053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E9FAB37-13FE-66C1-A793-908B9688055A}"/>
                  </a:ext>
                </a:extLst>
              </p:cNvPr>
              <p:cNvGrpSpPr/>
              <p:nvPr/>
            </p:nvGrpSpPr>
            <p:grpSpPr>
              <a:xfrm>
                <a:off x="1626269" y="1295399"/>
                <a:ext cx="7853607" cy="1925053"/>
                <a:chOff x="790074" y="1503947"/>
                <a:chExt cx="7853607" cy="1925053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23A1CCEC-786B-FFBB-128D-F827004B78EA}"/>
                    </a:ext>
                  </a:extLst>
                </p:cNvPr>
                <p:cNvSpPr/>
                <p:nvPr/>
              </p:nvSpPr>
              <p:spPr>
                <a:xfrm>
                  <a:off x="3994485" y="1503947"/>
                  <a:ext cx="393031" cy="1925053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A025D3C-CBAB-6971-A015-8072DE04631A}"/>
                    </a:ext>
                  </a:extLst>
                </p:cNvPr>
                <p:cNvCxnSpPr>
                  <a:cxnSpLocks/>
                  <a:endCxn id="32" idx="6"/>
                </p:cNvCxnSpPr>
                <p:nvPr/>
              </p:nvCxnSpPr>
              <p:spPr>
                <a:xfrm flipV="1">
                  <a:off x="858253" y="2454440"/>
                  <a:ext cx="7303168" cy="1203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E76364EA-6F7E-6EE3-55EB-7DC4D6A434B3}"/>
                    </a:ext>
                  </a:extLst>
                </p:cNvPr>
                <p:cNvSpPr/>
                <p:nvPr/>
              </p:nvSpPr>
              <p:spPr>
                <a:xfrm>
                  <a:off x="8025063" y="2350167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A7918C11-8515-1175-0F3D-F2EC44040C83}"/>
                    </a:ext>
                  </a:extLst>
                </p:cNvPr>
                <p:cNvSpPr txBox="1"/>
                <p:nvPr/>
              </p:nvSpPr>
              <p:spPr>
                <a:xfrm>
                  <a:off x="8106270" y="2432249"/>
                  <a:ext cx="53741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x</a:t>
                  </a:r>
                  <a:r>
                    <a:rPr lang="en-US" altLang="zh-CN" baseline="-25000" dirty="0"/>
                    <a:t>i</a:t>
                  </a:r>
                  <a:endParaRPr lang="en-US" baseline="-25000" dirty="0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D9F69A7B-77EC-8269-D14A-55CA6B5DCC6D}"/>
                    </a:ext>
                  </a:extLst>
                </p:cNvPr>
                <p:cNvSpPr/>
                <p:nvPr/>
              </p:nvSpPr>
              <p:spPr>
                <a:xfrm>
                  <a:off x="790074" y="2362200"/>
                  <a:ext cx="136358" cy="208545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4F57EB9-AD12-F4EA-2183-7551BF0DC1F5}"/>
                  </a:ext>
                </a:extLst>
              </p:cNvPr>
              <p:cNvCxnSpPr>
                <a:cxnSpLocks/>
                <a:stCxn id="32" idx="0"/>
              </p:cNvCxnSpPr>
              <p:nvPr/>
            </p:nvCxnSpPr>
            <p:spPr>
              <a:xfrm flipH="1" flipV="1">
                <a:off x="5149516" y="1425742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D2C3F6D-5FE3-04A3-E527-199610BCF24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49515" y="2362197"/>
                <a:ext cx="3779921" cy="715877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1B6A3F0-D73B-7A47-B851-EE9FE9B5EE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03138" y="1413709"/>
                <a:ext cx="2198730" cy="511110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079A58A-9FA7-8F8F-79CA-0E1DDBACBB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7648" y="2598818"/>
                <a:ext cx="2004219" cy="467223"/>
              </a:xfrm>
              <a:prstGeom prst="line">
                <a:avLst/>
              </a:prstGeom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C0666281-90C5-AC52-AB6C-8501558C4054}"/>
                </a:ext>
              </a:extLst>
            </p:cNvPr>
            <p:cNvSpPr/>
            <p:nvPr/>
          </p:nvSpPr>
          <p:spPr>
            <a:xfrm flipH="1">
              <a:off x="7597940" y="541421"/>
              <a:ext cx="1235242" cy="1925052"/>
            </a:xfrm>
            <a:prstGeom prst="arc">
              <a:avLst>
                <a:gd name="adj1" fmla="val 16200000"/>
                <a:gd name="adj2" fmla="val 5202364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CB05EA1-BC6A-E719-A3F9-6177535FE035}"/>
                </a:ext>
              </a:extLst>
            </p:cNvPr>
            <p:cNvSpPr/>
            <p:nvPr/>
          </p:nvSpPr>
          <p:spPr>
            <a:xfrm flipH="1">
              <a:off x="7558837" y="3685675"/>
              <a:ext cx="1235242" cy="1925052"/>
            </a:xfrm>
            <a:prstGeom prst="arc">
              <a:avLst>
                <a:gd name="adj1" fmla="val 16200000"/>
                <a:gd name="adj2" fmla="val 5202364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7CCAC5D-7F73-4A9B-97C5-CB51473ECFA0}"/>
                </a:ext>
              </a:extLst>
            </p:cNvPr>
            <p:cNvSpPr txBox="1"/>
            <p:nvPr/>
          </p:nvSpPr>
          <p:spPr>
            <a:xfrm>
              <a:off x="6485022" y="113982"/>
              <a:ext cx="15821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Cutoff layer</a:t>
              </a:r>
            </a:p>
            <a:p>
              <a:r>
                <a:rPr lang="en-US" dirty="0"/>
                <a:t> R = 550 mm</a:t>
              </a: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C1438C7-C4A9-6080-60AF-CC44A93040F7}"/>
                </a:ext>
              </a:extLst>
            </p:cNvPr>
            <p:cNvSpPr/>
            <p:nvPr/>
          </p:nvSpPr>
          <p:spPr>
            <a:xfrm flipH="1">
              <a:off x="2687096" y="3803984"/>
              <a:ext cx="389021" cy="1832815"/>
            </a:xfrm>
            <a:custGeom>
              <a:avLst/>
              <a:gdLst>
                <a:gd name="csX0" fmla="*/ 0 w 389021"/>
                <a:gd name="csY0" fmla="*/ 0 h 1832815"/>
                <a:gd name="csX1" fmla="*/ 389021 w 389021"/>
                <a:gd name="csY1" fmla="*/ 0 h 1832815"/>
                <a:gd name="csX2" fmla="*/ 389021 w 389021"/>
                <a:gd name="csY2" fmla="*/ 27851 h 1832815"/>
                <a:gd name="csX3" fmla="*/ 378403 w 389021"/>
                <a:gd name="csY3" fmla="*/ 42414 h 1832815"/>
                <a:gd name="csX4" fmla="*/ 194510 w 389021"/>
                <a:gd name="csY4" fmla="*/ 916407 h 1832815"/>
                <a:gd name="csX5" fmla="*/ 378403 w 389021"/>
                <a:gd name="csY5" fmla="*/ 1790400 h 1832815"/>
                <a:gd name="csX6" fmla="*/ 389021 w 389021"/>
                <a:gd name="csY6" fmla="*/ 1804963 h 1832815"/>
                <a:gd name="csX7" fmla="*/ 389021 w 389021"/>
                <a:gd name="csY7" fmla="*/ 1832815 h 1832815"/>
                <a:gd name="csX8" fmla="*/ 0 w 389021"/>
                <a:gd name="csY8" fmla="*/ 1832815 h 18328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89021" h="1832815">
                  <a:moveTo>
                    <a:pt x="0" y="0"/>
                  </a:moveTo>
                  <a:lnTo>
                    <a:pt x="389021" y="0"/>
                  </a:lnTo>
                  <a:lnTo>
                    <a:pt x="389021" y="27851"/>
                  </a:lnTo>
                  <a:lnTo>
                    <a:pt x="378403" y="42414"/>
                  </a:lnTo>
                  <a:cubicBezTo>
                    <a:pt x="267455" y="231826"/>
                    <a:pt x="194510" y="552590"/>
                    <a:pt x="194510" y="916407"/>
                  </a:cubicBezTo>
                  <a:cubicBezTo>
                    <a:pt x="194510" y="1280225"/>
                    <a:pt x="267455" y="1600989"/>
                    <a:pt x="378403" y="1790400"/>
                  </a:cubicBezTo>
                  <a:lnTo>
                    <a:pt x="389021" y="1804963"/>
                  </a:lnTo>
                  <a:lnTo>
                    <a:pt x="389021" y="1832815"/>
                  </a:lnTo>
                  <a:lnTo>
                    <a:pt x="0" y="1832815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B67FA39-75CA-2BCA-D694-1CAAFEE83AB0}"/>
                </a:ext>
              </a:extLst>
            </p:cNvPr>
            <p:cNvCxnSpPr/>
            <p:nvPr/>
          </p:nvCxnSpPr>
          <p:spPr>
            <a:xfrm>
              <a:off x="1379621" y="4307305"/>
              <a:ext cx="1443832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12F25E4-FC78-45FA-748F-6A7D838C99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11754" y="4037010"/>
              <a:ext cx="2198730" cy="511110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DF8E3AE-2766-0AAF-EF26-99B154984678}"/>
                </a:ext>
              </a:extLst>
            </p:cNvPr>
            <p:cNvCxnSpPr>
              <a:cxnSpLocks/>
            </p:cNvCxnSpPr>
            <p:nvPr/>
          </p:nvCxnSpPr>
          <p:spPr>
            <a:xfrm>
              <a:off x="1862973" y="4720391"/>
              <a:ext cx="2004219" cy="467223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BFB0005-CE3A-53D5-9A9E-8986E0780698}"/>
                </a:ext>
              </a:extLst>
            </p:cNvPr>
            <p:cNvCxnSpPr/>
            <p:nvPr/>
          </p:nvCxnSpPr>
          <p:spPr>
            <a:xfrm>
              <a:off x="1379621" y="4954002"/>
              <a:ext cx="1443832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411569E-057E-92D9-7478-392FE0093ED8}"/>
                </a:ext>
              </a:extLst>
            </p:cNvPr>
            <p:cNvSpPr txBox="1"/>
            <p:nvPr/>
          </p:nvSpPr>
          <p:spPr>
            <a:xfrm>
              <a:off x="8176458" y="2450886"/>
              <a:ext cx="14498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</a:t>
              </a:r>
              <a:r>
                <a:rPr lang="en-US" baseline="-25000" dirty="0"/>
                <a:t>i </a:t>
              </a:r>
              <a:r>
                <a:rPr lang="en-US" dirty="0"/>
                <a:t>= 1850 mm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982AC6E-20B3-3665-5409-EE117D14FC23}"/>
                </a:ext>
              </a:extLst>
            </p:cNvPr>
            <p:cNvSpPr txBox="1"/>
            <p:nvPr/>
          </p:nvSpPr>
          <p:spPr>
            <a:xfrm>
              <a:off x="6572758" y="3224463"/>
              <a:ext cx="15821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Cutoff layer</a:t>
              </a:r>
            </a:p>
            <a:p>
              <a:r>
                <a:rPr lang="en-US" dirty="0"/>
                <a:t> R = 550 mm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6ABBBB7-60EC-7875-2C91-E8932C8D5DFF}"/>
              </a:ext>
            </a:extLst>
          </p:cNvPr>
          <p:cNvSpPr txBox="1"/>
          <p:nvPr/>
        </p:nvSpPr>
        <p:spPr>
          <a:xfrm>
            <a:off x="7345779" y="1442192"/>
            <a:ext cx="25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201A79-7732-876E-8915-CF7BE9EF3C54}"/>
              </a:ext>
            </a:extLst>
          </p:cNvPr>
          <p:cNvSpPr txBox="1"/>
          <p:nvPr/>
        </p:nvSpPr>
        <p:spPr>
          <a:xfrm>
            <a:off x="4789574" y="176562"/>
            <a:ext cx="1124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r>
              <a:rPr lang="en-US" altLang="zh-CN" dirty="0"/>
              <a:t>lens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4F26F4-D01E-A13A-04D5-5E42677C9F0D}"/>
              </a:ext>
            </a:extLst>
          </p:cNvPr>
          <p:cNvSpPr txBox="1"/>
          <p:nvPr/>
        </p:nvSpPr>
        <p:spPr>
          <a:xfrm>
            <a:off x="4764007" y="3316338"/>
            <a:ext cx="1124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</a:t>
            </a:r>
            <a:r>
              <a:rPr lang="en-US" altLang="zh-CN" dirty="0"/>
              <a:t>lens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D2970EE-8A26-693C-C2AF-B6414214886E}"/>
              </a:ext>
            </a:extLst>
          </p:cNvPr>
          <p:cNvSpPr txBox="1"/>
          <p:nvPr/>
        </p:nvSpPr>
        <p:spPr>
          <a:xfrm>
            <a:off x="7279101" y="4600839"/>
            <a:ext cx="25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571808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201924D-D21E-C73A-F67F-131CA5ABB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133" y="645935"/>
            <a:ext cx="8297375" cy="55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016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CECDF358-048A-90DE-A23B-A15B3D36D924}"/>
              </a:ext>
            </a:extLst>
          </p:cNvPr>
          <p:cNvGrpSpPr/>
          <p:nvPr/>
        </p:nvGrpSpPr>
        <p:grpSpPr>
          <a:xfrm>
            <a:off x="853699" y="806533"/>
            <a:ext cx="8173923" cy="5151707"/>
            <a:chOff x="853699" y="806533"/>
            <a:chExt cx="8173923" cy="5151707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E24D5716-B314-93E7-283E-863151F3C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7734"/>
            <a:stretch>
              <a:fillRect/>
            </a:stretch>
          </p:blipFill>
          <p:spPr>
            <a:xfrm>
              <a:off x="853699" y="899759"/>
              <a:ext cx="8173923" cy="5058481"/>
            </a:xfrm>
            <a:prstGeom prst="rect">
              <a:avLst/>
            </a:prstGeom>
          </p:spPr>
        </p:pic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FCF94D84-69C9-ADDD-7387-481C927D48AC}"/>
                </a:ext>
              </a:extLst>
            </p:cNvPr>
            <p:cNvGrpSpPr/>
            <p:nvPr/>
          </p:nvGrpSpPr>
          <p:grpSpPr>
            <a:xfrm>
              <a:off x="908988" y="806533"/>
              <a:ext cx="7894190" cy="3444843"/>
              <a:chOff x="908988" y="806533"/>
              <a:chExt cx="7894190" cy="3444843"/>
            </a:xfrm>
          </p:grpSpPr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8311176E-878A-E8D8-552C-A9589B3BADEA}"/>
                  </a:ext>
                </a:extLst>
              </p:cNvPr>
              <p:cNvSpPr txBox="1"/>
              <p:nvPr/>
            </p:nvSpPr>
            <p:spPr>
              <a:xfrm>
                <a:off x="1737361" y="806533"/>
                <a:ext cx="11222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zoom1</a:t>
                </a:r>
                <a:endParaRPr lang="zh-CN" altLang="en-US" dirty="0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28CAB396-205D-A350-DA0D-B0118F03DA77}"/>
                  </a:ext>
                </a:extLst>
              </p:cNvPr>
              <p:cNvSpPr txBox="1"/>
              <p:nvPr/>
            </p:nvSpPr>
            <p:spPr>
              <a:xfrm>
                <a:off x="3743241" y="806533"/>
                <a:ext cx="11222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zoom2</a:t>
                </a:r>
                <a:endParaRPr lang="zh-CN" altLang="en-US" dirty="0"/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F34461C-B1D1-D818-ACEC-A2044A1E73BB}"/>
                  </a:ext>
                </a:extLst>
              </p:cNvPr>
              <p:cNvSpPr txBox="1"/>
              <p:nvPr/>
            </p:nvSpPr>
            <p:spPr>
              <a:xfrm>
                <a:off x="6029242" y="806533"/>
                <a:ext cx="11222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focus</a:t>
                </a:r>
                <a:endParaRPr lang="zh-CN" altLang="en-US" dirty="0"/>
              </a:p>
            </p:txBody>
          </p:sp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CBCF6EC9-9322-E643-BDA9-1C6EF6C137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3818" y="3291840"/>
                <a:ext cx="169579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F056C449-DCA6-8956-B1C5-B2F68C0AC8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13316" y="3283528"/>
                <a:ext cx="104740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54A3129-484C-CF36-8BC5-247C68AD6B65}"/>
                  </a:ext>
                </a:extLst>
              </p:cNvPr>
              <p:cNvSpPr txBox="1"/>
              <p:nvPr/>
            </p:nvSpPr>
            <p:spPr>
              <a:xfrm>
                <a:off x="2859579" y="2804345"/>
                <a:ext cx="15129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space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1A91A54B-790A-C55E-48BA-A50E7142A5C9}"/>
                  </a:ext>
                </a:extLst>
              </p:cNvPr>
              <p:cNvSpPr txBox="1"/>
              <p:nvPr/>
            </p:nvSpPr>
            <p:spPr>
              <a:xfrm>
                <a:off x="4713316" y="2832239"/>
                <a:ext cx="15129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distance</a:t>
                </a:r>
                <a:endParaRPr lang="zh-CN" altLang="en-US" dirty="0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A2CC0343-ACE3-05EF-CF36-BE2CF3164EEB}"/>
                  </a:ext>
                </a:extLst>
              </p:cNvPr>
              <p:cNvCxnSpPr/>
              <p:nvPr/>
            </p:nvCxnSpPr>
            <p:spPr>
              <a:xfrm>
                <a:off x="1454727" y="3075709"/>
                <a:ext cx="0" cy="4904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8779E524-47E1-4C57-05B8-C48460F409E8}"/>
                  </a:ext>
                </a:extLst>
              </p:cNvPr>
              <p:cNvSpPr txBox="1"/>
              <p:nvPr/>
            </p:nvSpPr>
            <p:spPr>
              <a:xfrm>
                <a:off x="908988" y="3117274"/>
                <a:ext cx="4904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h1</a:t>
                </a:r>
                <a:endParaRPr lang="zh-CN" altLang="en-US" dirty="0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5BACAE7-F4F6-58C7-2201-93EFF15C44A9}"/>
                  </a:ext>
                </a:extLst>
              </p:cNvPr>
              <p:cNvSpPr txBox="1"/>
              <p:nvPr/>
            </p:nvSpPr>
            <p:spPr>
              <a:xfrm>
                <a:off x="7268094" y="3075709"/>
                <a:ext cx="6234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h2</a:t>
                </a:r>
                <a:endParaRPr lang="zh-CN" altLang="en-US" dirty="0"/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8017C710-013A-FB28-B4FB-4DF4F4764D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68094" y="2960317"/>
                <a:ext cx="0" cy="73053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3D42117-8363-BCAA-A800-8F6810C7BDA2}"/>
                  </a:ext>
                </a:extLst>
              </p:cNvPr>
              <p:cNvSpPr txBox="1"/>
              <p:nvPr/>
            </p:nvSpPr>
            <p:spPr>
              <a:xfrm>
                <a:off x="7176398" y="3882044"/>
                <a:ext cx="16267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/>
                  <a:t>Amp=h2/h1</a:t>
                </a:r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35878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712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39</Words>
  <Application>Microsoft Office PowerPoint</Application>
  <PresentationFormat>宽屏</PresentationFormat>
  <Paragraphs>20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2</cp:revision>
  <dcterms:created xsi:type="dcterms:W3CDTF">2026-05-02T05:10:36Z</dcterms:created>
  <dcterms:modified xsi:type="dcterms:W3CDTF">2026-05-03T07:44:44Z</dcterms:modified>
</cp:coreProperties>
</file>