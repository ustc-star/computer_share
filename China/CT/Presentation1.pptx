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025" autoAdjust="0"/>
    <p:restoredTop sz="94660"/>
  </p:normalViewPr>
  <p:slideViewPr>
    <p:cSldViewPr snapToGrid="0">
      <p:cViewPr varScale="1">
        <p:scale>
          <a:sx n="119" d="100"/>
          <a:sy n="119" d="100"/>
        </p:scale>
        <p:origin x="96" y="1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8616F8-3EFB-106E-A4E9-A2362983E49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BA4B3AD-F1BC-5E83-E14C-A2ADE82F0A4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CDF59F0-664B-4EBF-A7FD-B4CA63AF7B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14AFC7-9D55-48F2-BBD2-2A90358CCC0E}" type="datetimeFigureOut">
              <a:rPr lang="en-US" smtClean="0"/>
              <a:t>5/1/2026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84748DE-90EE-36E7-5DA8-5AF02DE003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154B451-B621-4E3D-B4A0-7793459E81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352AB6-06D4-4570-B3BE-B0130698F52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612804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3AAE61-9268-EABA-BA7E-E0CF587616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771A9E4-B5E2-7673-4999-E68BBCAB3EE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F092E7D-FDBA-92F7-E3C0-15B016F2CC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14AFC7-9D55-48F2-BBD2-2A90358CCC0E}" type="datetimeFigureOut">
              <a:rPr lang="en-US" smtClean="0"/>
              <a:t>5/1/2026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9F9BD42-1C83-B215-B1E0-7D479CD377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6A91689-2C44-37F5-71CA-D7C41E8131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352AB6-06D4-4570-B3BE-B0130698F52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588320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4CA091-09E8-2EDF-AC16-364F84F624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A64EC87-2165-87D1-9047-7D205F71274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739AD6B-0474-016F-E361-E6B895BAD9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14AFC7-9D55-48F2-BBD2-2A90358CCC0E}" type="datetimeFigureOut">
              <a:rPr lang="en-US" smtClean="0"/>
              <a:t>5/1/2026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051D221-1335-3791-A59E-543C34F9A8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D6F28C-0A09-84A8-7BA1-E2C3D11BDA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352AB6-06D4-4570-B3BE-B0130698F52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762554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36F9A5-4613-527B-89C0-EA0AC7DC7C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4C4EF2-BC6E-A32D-0C1E-102C33C7BD2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6ABFA16-24A4-0B83-E5E5-B9D30337B9D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853E87C-F536-5F85-F334-5A956C73B3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14AFC7-9D55-48F2-BBD2-2A90358CCC0E}" type="datetimeFigureOut">
              <a:rPr lang="en-US" smtClean="0"/>
              <a:t>5/1/2026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231FAE4-8087-A2F1-9ECD-273E8AD402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86816B9-8B02-8642-03E1-54F98E3662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352AB6-06D4-4570-B3BE-B0130698F52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195939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44168E-457B-3499-66C7-A51B9D8038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5171EC1-8979-4B49-ACF1-A4B945F276F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9A0F32C-B27C-76C6-EB14-36BBB4C9813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BC302D8-3250-AF53-D1BC-E2F4FF388D8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EFE8813-5884-40AB-713A-FE5C1636ECD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5054CD7-2014-83EC-54C0-926D8CC24F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14AFC7-9D55-48F2-BBD2-2A90358CCC0E}" type="datetimeFigureOut">
              <a:rPr lang="en-US" smtClean="0"/>
              <a:t>5/1/2026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5329643-E4F9-DF7D-90F5-5108059616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C2F292C-C79E-B53A-4DB2-8CF6FF4E0E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352AB6-06D4-4570-B3BE-B0130698F52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5198536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CB2EA4-3C32-50D1-4FA3-2245EB908F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8D27EE9-0F32-1E15-3573-193D0D7206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14AFC7-9D55-48F2-BBD2-2A90358CCC0E}" type="datetimeFigureOut">
              <a:rPr lang="en-US" smtClean="0"/>
              <a:t>5/1/2026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7AEF412-D14C-081D-2B55-4C09DED01F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A2301C9-B849-3C58-B8E6-5C0E3BB2CE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352AB6-06D4-4570-B3BE-B0130698F52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572085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35BB23F-3780-A56F-F924-07FFBFA505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14AFC7-9D55-48F2-BBD2-2A90358CCC0E}" type="datetimeFigureOut">
              <a:rPr lang="en-US" smtClean="0"/>
              <a:t>5/1/2026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1FE5AF8-ACD3-58B7-A8D9-3DC5CF5961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853FFE8-D550-9F6B-902C-BF0D8A073B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352AB6-06D4-4570-B3BE-B0130698F52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9455647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08A07E-6644-F892-8B17-0B86D03150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8CBB1D0-593B-01A5-C0FC-5FA16BA82A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F64588F-23FE-A422-B9D1-B1BF5016626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5C6D6A9-2850-AC49-20DE-4E68BD7576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14AFC7-9D55-48F2-BBD2-2A90358CCC0E}" type="datetimeFigureOut">
              <a:rPr lang="en-US" smtClean="0"/>
              <a:t>5/1/2026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62A5860-A15F-FEB4-762E-349C0E679E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A92B1F1-5FC2-82F6-FE77-FAAE4C03FA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352AB6-06D4-4570-B3BE-B0130698F52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298971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7CEDA0-87F3-94ED-FC3B-45BD539627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0460123-AB18-CA19-13F6-C03168A9601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F3D57F8-9491-D58F-2B54-EFA652EC60A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D9D639E-E0B1-ADEF-5070-10751C0570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14AFC7-9D55-48F2-BBD2-2A90358CCC0E}" type="datetimeFigureOut">
              <a:rPr lang="en-US" smtClean="0"/>
              <a:t>5/1/2026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EFC2324-2771-9828-1ED7-2953BB7CD3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9A96328-809E-A7D7-08F9-FD844DBB3B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352AB6-06D4-4570-B3BE-B0130698F52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084802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88936F-EA01-0CE8-05D8-5EF7EB5DCA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1D7CF6F-85B2-7D96-5712-56019E98908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C54E175-7A4F-7D47-A6E0-DB7D868FF7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14AFC7-9D55-48F2-BBD2-2A90358CCC0E}" type="datetimeFigureOut">
              <a:rPr lang="en-US" smtClean="0"/>
              <a:t>5/1/2026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5CD9EE4-F77C-5101-C0C1-5F6522718C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76260AF-E745-3039-AB26-D2ECF89320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352AB6-06D4-4570-B3BE-B0130698F52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253358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92EB115-6604-5956-9C3F-BFDB467C3F3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D0CA528-A5FD-EC54-E4C9-EE2CBB5EDFC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11BA5BF-6437-B04E-6C2B-9349F454D3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14AFC7-9D55-48F2-BBD2-2A90358CCC0E}" type="datetimeFigureOut">
              <a:rPr lang="en-US" smtClean="0"/>
              <a:t>5/1/2026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2F4BC1E-7A18-E3FB-ECC9-B5574BA48A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BC7E468-E980-5FD2-41CE-D86E18E676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352AB6-06D4-4570-B3BE-B0130698F52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810249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BD58ABE-F0A6-254D-BC48-8CCFC61C17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BA1BD7C-5A57-F39B-4246-91587653B05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B299570-95F4-D56A-3D9F-AF8E9CBFEA5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914AFC7-9D55-48F2-BBD2-2A90358CCC0E}" type="datetimeFigureOut">
              <a:rPr lang="en-US" smtClean="0"/>
              <a:t>5/1/2026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A0C67B8-CE80-EB9A-8E51-194044AD6A1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3DA260F-CD86-7479-FC46-6080477251D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5352AB6-06D4-4570-B3BE-B0130698F52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263780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4" name="Group 63">
            <a:extLst>
              <a:ext uri="{FF2B5EF4-FFF2-40B4-BE49-F238E27FC236}">
                <a16:creationId xmlns:a16="http://schemas.microsoft.com/office/drawing/2014/main" id="{6416E9C8-D439-CA9E-5DA1-3A7A7E8315B7}"/>
              </a:ext>
            </a:extLst>
          </p:cNvPr>
          <p:cNvGrpSpPr/>
          <p:nvPr/>
        </p:nvGrpSpPr>
        <p:grpSpPr>
          <a:xfrm>
            <a:off x="1379621" y="113982"/>
            <a:ext cx="8246642" cy="5522817"/>
            <a:chOff x="1379621" y="113982"/>
            <a:chExt cx="8246642" cy="5522817"/>
          </a:xfrm>
        </p:grpSpPr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EC407A57-9A63-C68A-E122-BA831E74250D}"/>
                </a:ext>
              </a:extLst>
            </p:cNvPr>
            <p:cNvGrpSpPr/>
            <p:nvPr/>
          </p:nvGrpSpPr>
          <p:grpSpPr>
            <a:xfrm>
              <a:off x="1614236" y="541420"/>
              <a:ext cx="7726779" cy="1925053"/>
              <a:chOff x="1493921" y="1295399"/>
              <a:chExt cx="7726779" cy="1925053"/>
            </a:xfrm>
          </p:grpSpPr>
          <p:grpSp>
            <p:nvGrpSpPr>
              <p:cNvPr id="12" name="Group 11">
                <a:extLst>
                  <a:ext uri="{FF2B5EF4-FFF2-40B4-BE49-F238E27FC236}">
                    <a16:creationId xmlns:a16="http://schemas.microsoft.com/office/drawing/2014/main" id="{FC899E5F-C0D6-AD0E-4426-3F8D1E0E6B86}"/>
                  </a:ext>
                </a:extLst>
              </p:cNvPr>
              <p:cNvGrpSpPr/>
              <p:nvPr/>
            </p:nvGrpSpPr>
            <p:grpSpPr>
              <a:xfrm>
                <a:off x="1493921" y="1295399"/>
                <a:ext cx="7726779" cy="1925053"/>
                <a:chOff x="657726" y="1503947"/>
                <a:chExt cx="7726779" cy="1925053"/>
              </a:xfrm>
            </p:grpSpPr>
            <p:sp>
              <p:nvSpPr>
                <p:cNvPr id="4" name="Oval 3">
                  <a:extLst>
                    <a:ext uri="{FF2B5EF4-FFF2-40B4-BE49-F238E27FC236}">
                      <a16:creationId xmlns:a16="http://schemas.microsoft.com/office/drawing/2014/main" id="{182ACB0B-001C-71B4-96E8-A278688E6092}"/>
                    </a:ext>
                  </a:extLst>
                </p:cNvPr>
                <p:cNvSpPr/>
                <p:nvPr/>
              </p:nvSpPr>
              <p:spPr>
                <a:xfrm>
                  <a:off x="3994485" y="1503947"/>
                  <a:ext cx="393031" cy="1925053"/>
                </a:xfrm>
                <a:prstGeom prst="ellipse">
                  <a:avLst/>
                </a:prstGeom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6" name="Straight Connector 5">
                  <a:extLst>
                    <a:ext uri="{FF2B5EF4-FFF2-40B4-BE49-F238E27FC236}">
                      <a16:creationId xmlns:a16="http://schemas.microsoft.com/office/drawing/2014/main" id="{5794E01B-74E5-4063-C30F-292B943CA248}"/>
                    </a:ext>
                  </a:extLst>
                </p:cNvPr>
                <p:cNvCxnSpPr>
                  <a:cxnSpLocks/>
                  <a:endCxn id="7" idx="6"/>
                </p:cNvCxnSpPr>
                <p:nvPr/>
              </p:nvCxnSpPr>
              <p:spPr>
                <a:xfrm flipV="1">
                  <a:off x="858253" y="2454440"/>
                  <a:ext cx="7303168" cy="12033"/>
                </a:xfrm>
                <a:prstGeom prst="line">
                  <a:avLst/>
                </a:prstGeom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7" name="Oval 6">
                  <a:extLst>
                    <a:ext uri="{FF2B5EF4-FFF2-40B4-BE49-F238E27FC236}">
                      <a16:creationId xmlns:a16="http://schemas.microsoft.com/office/drawing/2014/main" id="{0F355DA8-41D5-EA1F-0ACA-FB440E5387C8}"/>
                    </a:ext>
                  </a:extLst>
                </p:cNvPr>
                <p:cNvSpPr/>
                <p:nvPr/>
              </p:nvSpPr>
              <p:spPr>
                <a:xfrm>
                  <a:off x="8025063" y="2350167"/>
                  <a:ext cx="136358" cy="208545"/>
                </a:xfrm>
                <a:prstGeom prst="ellipse">
                  <a:avLst/>
                </a:prstGeom>
                <a:solidFill>
                  <a:srgbClr val="FF0000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AEE3EEC9-A483-770F-EC3E-04A1675BCA86}"/>
                    </a:ext>
                  </a:extLst>
                </p:cNvPr>
                <p:cNvSpPr txBox="1"/>
                <p:nvPr/>
              </p:nvSpPr>
              <p:spPr>
                <a:xfrm>
                  <a:off x="8061655" y="2486574"/>
                  <a:ext cx="322850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CN" dirty="0"/>
                    <a:t>x</a:t>
                  </a:r>
                  <a:r>
                    <a:rPr lang="en-US" altLang="zh-CN" baseline="-25000" dirty="0"/>
                    <a:t>i</a:t>
                  </a:r>
                  <a:endParaRPr lang="en-US" baseline="-25000" dirty="0"/>
                </a:p>
              </p:txBody>
            </p:sp>
            <p:sp>
              <p:nvSpPr>
                <p:cNvPr id="10" name="Oval 9">
                  <a:extLst>
                    <a:ext uri="{FF2B5EF4-FFF2-40B4-BE49-F238E27FC236}">
                      <a16:creationId xmlns:a16="http://schemas.microsoft.com/office/drawing/2014/main" id="{C6C07751-E595-1326-A4ED-F15127B02D19}"/>
                    </a:ext>
                  </a:extLst>
                </p:cNvPr>
                <p:cNvSpPr/>
                <p:nvPr/>
              </p:nvSpPr>
              <p:spPr>
                <a:xfrm>
                  <a:off x="790074" y="2362200"/>
                  <a:ext cx="136358" cy="208545"/>
                </a:xfrm>
                <a:prstGeom prst="ellipse">
                  <a:avLst/>
                </a:prstGeom>
                <a:solidFill>
                  <a:srgbClr val="FF0000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34134D0F-808F-F4E0-C3F5-5C9FABB512EF}"/>
                    </a:ext>
                  </a:extLst>
                </p:cNvPr>
                <p:cNvSpPr txBox="1"/>
                <p:nvPr/>
              </p:nvSpPr>
              <p:spPr>
                <a:xfrm>
                  <a:off x="657726" y="2607207"/>
                  <a:ext cx="537411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CN" dirty="0"/>
                    <a:t>x</a:t>
                  </a:r>
                  <a:r>
                    <a:rPr lang="en-US" altLang="zh-CN" baseline="-25000" dirty="0"/>
                    <a:t>o</a:t>
                  </a:r>
                  <a:endParaRPr lang="en-US" baseline="-25000" dirty="0"/>
                </a:p>
              </p:txBody>
            </p:sp>
          </p:grpSp>
          <p:cxnSp>
            <p:nvCxnSpPr>
              <p:cNvPr id="14" name="Straight Connector 13">
                <a:extLst>
                  <a:ext uri="{FF2B5EF4-FFF2-40B4-BE49-F238E27FC236}">
                    <a16:creationId xmlns:a16="http://schemas.microsoft.com/office/drawing/2014/main" id="{F2A791E1-8E6A-7082-FB4D-F7844501F197}"/>
                  </a:ext>
                </a:extLst>
              </p:cNvPr>
              <p:cNvCxnSpPr>
                <a:cxnSpLocks/>
                <a:stCxn id="7" idx="0"/>
              </p:cNvCxnSpPr>
              <p:nvPr/>
            </p:nvCxnSpPr>
            <p:spPr>
              <a:xfrm flipH="1" flipV="1">
                <a:off x="5149516" y="1425742"/>
                <a:ext cx="3779921" cy="715877"/>
              </a:xfrm>
              <a:prstGeom prst="line">
                <a:avLst/>
              </a:prstGeom>
            </p:spPr>
            <p:style>
              <a:lnRef idx="2">
                <a:schemeClr val="accent2"/>
              </a:lnRef>
              <a:fillRef idx="0">
                <a:schemeClr val="accent2"/>
              </a:fillRef>
              <a:effectRef idx="1">
                <a:schemeClr val="accent2"/>
              </a:effectRef>
              <a:fontRef idx="minor">
                <a:schemeClr val="tx1"/>
              </a:fontRef>
            </p:style>
          </p:cxnSp>
          <p:cxnSp>
            <p:nvCxnSpPr>
              <p:cNvPr id="16" name="Straight Connector 15">
                <a:extLst>
                  <a:ext uri="{FF2B5EF4-FFF2-40B4-BE49-F238E27FC236}">
                    <a16:creationId xmlns:a16="http://schemas.microsoft.com/office/drawing/2014/main" id="{EF3516B4-E727-D25B-830E-5C0878E81008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149515" y="2362197"/>
                <a:ext cx="3779921" cy="715877"/>
              </a:xfrm>
              <a:prstGeom prst="line">
                <a:avLst/>
              </a:prstGeom>
            </p:spPr>
            <p:style>
              <a:lnRef idx="2">
                <a:schemeClr val="accent2"/>
              </a:lnRef>
              <a:fillRef idx="0">
                <a:schemeClr val="accent2"/>
              </a:fillRef>
              <a:effectRef idx="1">
                <a:schemeClr val="accent2"/>
              </a:effectRef>
              <a:fontRef idx="minor">
                <a:schemeClr val="tx1"/>
              </a:fontRef>
            </p:style>
          </p:cxnSp>
          <p:cxnSp>
            <p:nvCxnSpPr>
              <p:cNvPr id="17" name="Straight Connector 16">
                <a:extLst>
                  <a:ext uri="{FF2B5EF4-FFF2-40B4-BE49-F238E27FC236}">
                    <a16:creationId xmlns:a16="http://schemas.microsoft.com/office/drawing/2014/main" id="{36A83D8D-8AE0-6729-C1DD-C8093CCD7252}"/>
                  </a:ext>
                </a:extLst>
              </p:cNvPr>
              <p:cNvCxnSpPr>
                <a:cxnSpLocks/>
                <a:stCxn id="10" idx="0"/>
              </p:cNvCxnSpPr>
              <p:nvPr/>
            </p:nvCxnSpPr>
            <p:spPr>
              <a:xfrm flipV="1">
                <a:off x="1694448" y="1413709"/>
                <a:ext cx="3207420" cy="739943"/>
              </a:xfrm>
              <a:prstGeom prst="line">
                <a:avLst/>
              </a:prstGeom>
            </p:spPr>
            <p:style>
              <a:lnRef idx="2">
                <a:schemeClr val="accent2"/>
              </a:lnRef>
              <a:fillRef idx="0">
                <a:schemeClr val="accent2"/>
              </a:fillRef>
              <a:effectRef idx="1">
                <a:schemeClr val="accent2"/>
              </a:effectRef>
              <a:fontRef idx="minor">
                <a:schemeClr val="tx1"/>
              </a:fontRef>
            </p:style>
          </p:cxnSp>
          <p:cxnSp>
            <p:nvCxnSpPr>
              <p:cNvPr id="18" name="Straight Connector 17">
                <a:extLst>
                  <a:ext uri="{FF2B5EF4-FFF2-40B4-BE49-F238E27FC236}">
                    <a16:creationId xmlns:a16="http://schemas.microsoft.com/office/drawing/2014/main" id="{9E45E052-3225-A382-8200-0CE295CC66CD}"/>
                  </a:ext>
                </a:extLst>
              </p:cNvPr>
              <p:cNvCxnSpPr>
                <a:cxnSpLocks/>
                <a:stCxn id="10" idx="5"/>
              </p:cNvCxnSpPr>
              <p:nvPr/>
            </p:nvCxnSpPr>
            <p:spPr>
              <a:xfrm>
                <a:off x="1742658" y="2331656"/>
                <a:ext cx="3159209" cy="734385"/>
              </a:xfrm>
              <a:prstGeom prst="line">
                <a:avLst/>
              </a:prstGeom>
            </p:spPr>
            <p:style>
              <a:lnRef idx="2">
                <a:schemeClr val="accent2"/>
              </a:lnRef>
              <a:fillRef idx="0">
                <a:schemeClr val="accent2"/>
              </a:fillRef>
              <a:effectRef idx="1">
                <a:schemeClr val="accent2"/>
              </a:effectRef>
              <a:fontRef idx="minor">
                <a:schemeClr val="tx1"/>
              </a:fontRef>
            </p:style>
          </p:cxnSp>
        </p:grpSp>
        <p:sp>
          <p:nvSpPr>
            <p:cNvPr id="23" name="Arrow: Down 22">
              <a:extLst>
                <a:ext uri="{FF2B5EF4-FFF2-40B4-BE49-F238E27FC236}">
                  <a16:creationId xmlns:a16="http://schemas.microsoft.com/office/drawing/2014/main" id="{689C43F2-33AF-CB5B-21AF-1E85DF21CEC3}"/>
                </a:ext>
              </a:extLst>
            </p:cNvPr>
            <p:cNvSpPr/>
            <p:nvPr/>
          </p:nvSpPr>
          <p:spPr>
            <a:xfrm>
              <a:off x="5040228" y="2927684"/>
              <a:ext cx="214563" cy="296779"/>
            </a:xfrm>
            <a:prstGeom prst="downArrow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825794F7-6B44-8C15-499D-7D0E8D2C1DB5}"/>
                </a:ext>
              </a:extLst>
            </p:cNvPr>
            <p:cNvGrpSpPr/>
            <p:nvPr/>
          </p:nvGrpSpPr>
          <p:grpSpPr>
            <a:xfrm>
              <a:off x="1746584" y="3685674"/>
              <a:ext cx="7853607" cy="1925053"/>
              <a:chOff x="1626269" y="1295399"/>
              <a:chExt cx="7853607" cy="1925053"/>
            </a:xfrm>
          </p:grpSpPr>
          <p:grpSp>
            <p:nvGrpSpPr>
              <p:cNvPr id="25" name="Group 24">
                <a:extLst>
                  <a:ext uri="{FF2B5EF4-FFF2-40B4-BE49-F238E27FC236}">
                    <a16:creationId xmlns:a16="http://schemas.microsoft.com/office/drawing/2014/main" id="{0E9FAB37-13FE-66C1-A793-908B9688055A}"/>
                  </a:ext>
                </a:extLst>
              </p:cNvPr>
              <p:cNvGrpSpPr/>
              <p:nvPr/>
            </p:nvGrpSpPr>
            <p:grpSpPr>
              <a:xfrm>
                <a:off x="1626269" y="1295399"/>
                <a:ext cx="7853607" cy="1925053"/>
                <a:chOff x="790074" y="1503947"/>
                <a:chExt cx="7853607" cy="1925053"/>
              </a:xfrm>
            </p:grpSpPr>
            <p:sp>
              <p:nvSpPr>
                <p:cNvPr id="30" name="Oval 29">
                  <a:extLst>
                    <a:ext uri="{FF2B5EF4-FFF2-40B4-BE49-F238E27FC236}">
                      <a16:creationId xmlns:a16="http://schemas.microsoft.com/office/drawing/2014/main" id="{23A1CCEC-786B-FFBB-128D-F827004B78EA}"/>
                    </a:ext>
                  </a:extLst>
                </p:cNvPr>
                <p:cNvSpPr/>
                <p:nvPr/>
              </p:nvSpPr>
              <p:spPr>
                <a:xfrm>
                  <a:off x="3994485" y="1503947"/>
                  <a:ext cx="393031" cy="1925053"/>
                </a:xfrm>
                <a:prstGeom prst="ellipse">
                  <a:avLst/>
                </a:prstGeom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31" name="Straight Connector 30">
                  <a:extLst>
                    <a:ext uri="{FF2B5EF4-FFF2-40B4-BE49-F238E27FC236}">
                      <a16:creationId xmlns:a16="http://schemas.microsoft.com/office/drawing/2014/main" id="{EA025D3C-CBAB-6971-A015-8072DE04631A}"/>
                    </a:ext>
                  </a:extLst>
                </p:cNvPr>
                <p:cNvCxnSpPr>
                  <a:cxnSpLocks/>
                  <a:endCxn id="32" idx="6"/>
                </p:cNvCxnSpPr>
                <p:nvPr/>
              </p:nvCxnSpPr>
              <p:spPr>
                <a:xfrm flipV="1">
                  <a:off x="858253" y="2454440"/>
                  <a:ext cx="7303168" cy="12033"/>
                </a:xfrm>
                <a:prstGeom prst="line">
                  <a:avLst/>
                </a:prstGeom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32" name="Oval 31">
                  <a:extLst>
                    <a:ext uri="{FF2B5EF4-FFF2-40B4-BE49-F238E27FC236}">
                      <a16:creationId xmlns:a16="http://schemas.microsoft.com/office/drawing/2014/main" id="{E76364EA-6F7E-6EE3-55EB-7DC4D6A434B3}"/>
                    </a:ext>
                  </a:extLst>
                </p:cNvPr>
                <p:cNvSpPr/>
                <p:nvPr/>
              </p:nvSpPr>
              <p:spPr>
                <a:xfrm>
                  <a:off x="8025063" y="2350167"/>
                  <a:ext cx="136358" cy="208545"/>
                </a:xfrm>
                <a:prstGeom prst="ellipse">
                  <a:avLst/>
                </a:prstGeom>
                <a:solidFill>
                  <a:srgbClr val="FF0000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3" name="TextBox 32">
                  <a:extLst>
                    <a:ext uri="{FF2B5EF4-FFF2-40B4-BE49-F238E27FC236}">
                      <a16:creationId xmlns:a16="http://schemas.microsoft.com/office/drawing/2014/main" id="{A7918C11-8515-1175-0F3D-F2EC44040C83}"/>
                    </a:ext>
                  </a:extLst>
                </p:cNvPr>
                <p:cNvSpPr txBox="1"/>
                <p:nvPr/>
              </p:nvSpPr>
              <p:spPr>
                <a:xfrm>
                  <a:off x="8106270" y="2432249"/>
                  <a:ext cx="537411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CN" dirty="0"/>
                    <a:t>x</a:t>
                  </a:r>
                  <a:r>
                    <a:rPr lang="en-US" altLang="zh-CN" baseline="-25000" dirty="0"/>
                    <a:t>i</a:t>
                  </a:r>
                  <a:endParaRPr lang="en-US" baseline="-25000" dirty="0"/>
                </a:p>
              </p:txBody>
            </p:sp>
            <p:sp>
              <p:nvSpPr>
                <p:cNvPr id="34" name="Oval 33">
                  <a:extLst>
                    <a:ext uri="{FF2B5EF4-FFF2-40B4-BE49-F238E27FC236}">
                      <a16:creationId xmlns:a16="http://schemas.microsoft.com/office/drawing/2014/main" id="{D9F69A7B-77EC-8269-D14A-55CA6B5DCC6D}"/>
                    </a:ext>
                  </a:extLst>
                </p:cNvPr>
                <p:cNvSpPr/>
                <p:nvPr/>
              </p:nvSpPr>
              <p:spPr>
                <a:xfrm>
                  <a:off x="790074" y="2362200"/>
                  <a:ext cx="136358" cy="208545"/>
                </a:xfrm>
                <a:prstGeom prst="ellipse">
                  <a:avLst/>
                </a:prstGeom>
                <a:solidFill>
                  <a:srgbClr val="FF0000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cxnSp>
            <p:nvCxnSpPr>
              <p:cNvPr id="26" name="Straight Connector 25">
                <a:extLst>
                  <a:ext uri="{FF2B5EF4-FFF2-40B4-BE49-F238E27FC236}">
                    <a16:creationId xmlns:a16="http://schemas.microsoft.com/office/drawing/2014/main" id="{94F57EB9-AD12-F4EA-2183-7551BF0DC1F5}"/>
                  </a:ext>
                </a:extLst>
              </p:cNvPr>
              <p:cNvCxnSpPr>
                <a:cxnSpLocks/>
                <a:stCxn id="32" idx="0"/>
              </p:cNvCxnSpPr>
              <p:nvPr/>
            </p:nvCxnSpPr>
            <p:spPr>
              <a:xfrm flipH="1" flipV="1">
                <a:off x="5149516" y="1425742"/>
                <a:ext cx="3779921" cy="715877"/>
              </a:xfrm>
              <a:prstGeom prst="line">
                <a:avLst/>
              </a:prstGeom>
            </p:spPr>
            <p:style>
              <a:lnRef idx="2">
                <a:schemeClr val="accent2"/>
              </a:lnRef>
              <a:fillRef idx="0">
                <a:schemeClr val="accent2"/>
              </a:fillRef>
              <a:effectRef idx="1">
                <a:schemeClr val="accent2"/>
              </a:effectRef>
              <a:fontRef idx="minor">
                <a:schemeClr val="tx1"/>
              </a:fontRef>
            </p:style>
          </p:cxnSp>
          <p:cxnSp>
            <p:nvCxnSpPr>
              <p:cNvPr id="27" name="Straight Connector 26">
                <a:extLst>
                  <a:ext uri="{FF2B5EF4-FFF2-40B4-BE49-F238E27FC236}">
                    <a16:creationId xmlns:a16="http://schemas.microsoft.com/office/drawing/2014/main" id="{1D2C3F6D-5FE3-04A3-E527-199610BCF24D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149515" y="2362197"/>
                <a:ext cx="3779921" cy="715877"/>
              </a:xfrm>
              <a:prstGeom prst="line">
                <a:avLst/>
              </a:prstGeom>
            </p:spPr>
            <p:style>
              <a:lnRef idx="2">
                <a:schemeClr val="accent2"/>
              </a:lnRef>
              <a:fillRef idx="0">
                <a:schemeClr val="accent2"/>
              </a:fillRef>
              <a:effectRef idx="1">
                <a:schemeClr val="accent2"/>
              </a:effectRef>
              <a:fontRef idx="minor">
                <a:schemeClr val="tx1"/>
              </a:fontRef>
            </p:style>
          </p:cxnSp>
          <p:cxnSp>
            <p:nvCxnSpPr>
              <p:cNvPr id="28" name="Straight Connector 27">
                <a:extLst>
                  <a:ext uri="{FF2B5EF4-FFF2-40B4-BE49-F238E27FC236}">
                    <a16:creationId xmlns:a16="http://schemas.microsoft.com/office/drawing/2014/main" id="{61B6A3F0-D73B-7A47-B851-EE9FE9B5EED9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703138" y="1413709"/>
                <a:ext cx="2198730" cy="511110"/>
              </a:xfrm>
              <a:prstGeom prst="line">
                <a:avLst/>
              </a:prstGeom>
            </p:spPr>
            <p:style>
              <a:lnRef idx="2">
                <a:schemeClr val="accent2"/>
              </a:lnRef>
              <a:fillRef idx="0">
                <a:schemeClr val="accent2"/>
              </a:fillRef>
              <a:effectRef idx="1">
                <a:schemeClr val="accent2"/>
              </a:effectRef>
              <a:fontRef idx="minor">
                <a:schemeClr val="tx1"/>
              </a:fontRef>
            </p:style>
          </p:cxnSp>
          <p:cxnSp>
            <p:nvCxnSpPr>
              <p:cNvPr id="29" name="Straight Connector 28">
                <a:extLst>
                  <a:ext uri="{FF2B5EF4-FFF2-40B4-BE49-F238E27FC236}">
                    <a16:creationId xmlns:a16="http://schemas.microsoft.com/office/drawing/2014/main" id="{D079A58A-9FA7-8F8F-79CA-0E1DDBACBBE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897648" y="2598818"/>
                <a:ext cx="2004219" cy="467223"/>
              </a:xfrm>
              <a:prstGeom prst="line">
                <a:avLst/>
              </a:prstGeom>
            </p:spPr>
            <p:style>
              <a:lnRef idx="2">
                <a:schemeClr val="accent2"/>
              </a:lnRef>
              <a:fillRef idx="0">
                <a:schemeClr val="accent2"/>
              </a:fillRef>
              <a:effectRef idx="1">
                <a:schemeClr val="accent2"/>
              </a:effectRef>
              <a:fontRef idx="minor">
                <a:schemeClr val="tx1"/>
              </a:fontRef>
            </p:style>
          </p:cxnSp>
        </p:grpSp>
        <p:sp>
          <p:nvSpPr>
            <p:cNvPr id="36" name="Arc 35">
              <a:extLst>
                <a:ext uri="{FF2B5EF4-FFF2-40B4-BE49-F238E27FC236}">
                  <a16:creationId xmlns:a16="http://schemas.microsoft.com/office/drawing/2014/main" id="{C0666281-90C5-AC52-AB6C-8501558C4054}"/>
                </a:ext>
              </a:extLst>
            </p:cNvPr>
            <p:cNvSpPr/>
            <p:nvPr/>
          </p:nvSpPr>
          <p:spPr>
            <a:xfrm flipH="1">
              <a:off x="7597940" y="541421"/>
              <a:ext cx="1235242" cy="1925052"/>
            </a:xfrm>
            <a:prstGeom prst="arc">
              <a:avLst>
                <a:gd name="adj1" fmla="val 16200000"/>
                <a:gd name="adj2" fmla="val 5202364"/>
              </a:avLst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7" name="Arc 36">
              <a:extLst>
                <a:ext uri="{FF2B5EF4-FFF2-40B4-BE49-F238E27FC236}">
                  <a16:creationId xmlns:a16="http://schemas.microsoft.com/office/drawing/2014/main" id="{CCB05EA1-BC6A-E719-A3F9-6177535FE035}"/>
                </a:ext>
              </a:extLst>
            </p:cNvPr>
            <p:cNvSpPr/>
            <p:nvPr/>
          </p:nvSpPr>
          <p:spPr>
            <a:xfrm flipH="1">
              <a:off x="7558837" y="3685675"/>
              <a:ext cx="1235242" cy="1925052"/>
            </a:xfrm>
            <a:prstGeom prst="arc">
              <a:avLst>
                <a:gd name="adj1" fmla="val 16200000"/>
                <a:gd name="adj2" fmla="val 5202364"/>
              </a:avLst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37CCAC5D-7F73-4A9B-97C5-CB51473ECFA0}"/>
                </a:ext>
              </a:extLst>
            </p:cNvPr>
            <p:cNvSpPr txBox="1"/>
            <p:nvPr/>
          </p:nvSpPr>
          <p:spPr>
            <a:xfrm>
              <a:off x="6485022" y="113982"/>
              <a:ext cx="1582149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Cutoff layer</a:t>
              </a:r>
            </a:p>
            <a:p>
              <a:r>
                <a:rPr lang="en-US" dirty="0"/>
                <a:t> R = 550 mm</a:t>
              </a:r>
            </a:p>
          </p:txBody>
        </p:sp>
        <p:sp>
          <p:nvSpPr>
            <p:cNvPr id="43" name="Freeform: Shape 42">
              <a:extLst>
                <a:ext uri="{FF2B5EF4-FFF2-40B4-BE49-F238E27FC236}">
                  <a16:creationId xmlns:a16="http://schemas.microsoft.com/office/drawing/2014/main" id="{0C1438C7-C4A9-6080-60AF-CC44A93040F7}"/>
                </a:ext>
              </a:extLst>
            </p:cNvPr>
            <p:cNvSpPr/>
            <p:nvPr/>
          </p:nvSpPr>
          <p:spPr>
            <a:xfrm flipH="1">
              <a:off x="2687096" y="3803984"/>
              <a:ext cx="389021" cy="1832815"/>
            </a:xfrm>
            <a:custGeom>
              <a:avLst/>
              <a:gdLst>
                <a:gd name="csX0" fmla="*/ 0 w 389021"/>
                <a:gd name="csY0" fmla="*/ 0 h 1832815"/>
                <a:gd name="csX1" fmla="*/ 389021 w 389021"/>
                <a:gd name="csY1" fmla="*/ 0 h 1832815"/>
                <a:gd name="csX2" fmla="*/ 389021 w 389021"/>
                <a:gd name="csY2" fmla="*/ 27851 h 1832815"/>
                <a:gd name="csX3" fmla="*/ 378403 w 389021"/>
                <a:gd name="csY3" fmla="*/ 42414 h 1832815"/>
                <a:gd name="csX4" fmla="*/ 194510 w 389021"/>
                <a:gd name="csY4" fmla="*/ 916407 h 1832815"/>
                <a:gd name="csX5" fmla="*/ 378403 w 389021"/>
                <a:gd name="csY5" fmla="*/ 1790400 h 1832815"/>
                <a:gd name="csX6" fmla="*/ 389021 w 389021"/>
                <a:gd name="csY6" fmla="*/ 1804963 h 1832815"/>
                <a:gd name="csX7" fmla="*/ 389021 w 389021"/>
                <a:gd name="csY7" fmla="*/ 1832815 h 1832815"/>
                <a:gd name="csX8" fmla="*/ 0 w 389021"/>
                <a:gd name="csY8" fmla="*/ 1832815 h 18328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389021" h="1832815">
                  <a:moveTo>
                    <a:pt x="0" y="0"/>
                  </a:moveTo>
                  <a:lnTo>
                    <a:pt x="389021" y="0"/>
                  </a:lnTo>
                  <a:lnTo>
                    <a:pt x="389021" y="27851"/>
                  </a:lnTo>
                  <a:lnTo>
                    <a:pt x="378403" y="42414"/>
                  </a:lnTo>
                  <a:cubicBezTo>
                    <a:pt x="267455" y="231826"/>
                    <a:pt x="194510" y="552590"/>
                    <a:pt x="194510" y="916407"/>
                  </a:cubicBezTo>
                  <a:cubicBezTo>
                    <a:pt x="194510" y="1280225"/>
                    <a:pt x="267455" y="1600989"/>
                    <a:pt x="378403" y="1790400"/>
                  </a:cubicBezTo>
                  <a:lnTo>
                    <a:pt x="389021" y="1804963"/>
                  </a:lnTo>
                  <a:lnTo>
                    <a:pt x="389021" y="1832815"/>
                  </a:lnTo>
                  <a:lnTo>
                    <a:pt x="0" y="1832815"/>
                  </a:lnTo>
                  <a:close/>
                </a:path>
              </a:pathLst>
            </a:cu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cxnSp>
          <p:nvCxnSpPr>
            <p:cNvPr id="45" name="Straight Connector 44">
              <a:extLst>
                <a:ext uri="{FF2B5EF4-FFF2-40B4-BE49-F238E27FC236}">
                  <a16:creationId xmlns:a16="http://schemas.microsoft.com/office/drawing/2014/main" id="{6B67FA39-75CA-2BCA-D694-1CAAFEE83AB0}"/>
                </a:ext>
              </a:extLst>
            </p:cNvPr>
            <p:cNvCxnSpPr/>
            <p:nvPr/>
          </p:nvCxnSpPr>
          <p:spPr>
            <a:xfrm>
              <a:off x="1379621" y="4307305"/>
              <a:ext cx="1443832" cy="0"/>
            </a:xfrm>
            <a:prstGeom prst="line">
              <a:avLst/>
            </a:prstGeom>
            <a:ln>
              <a:solidFill>
                <a:schemeClr val="accent2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Straight Connector 47">
              <a:extLst>
                <a:ext uri="{FF2B5EF4-FFF2-40B4-BE49-F238E27FC236}">
                  <a16:creationId xmlns:a16="http://schemas.microsoft.com/office/drawing/2014/main" id="{712F25E4-FC78-45FA-748F-6A7D838C999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811754" y="4037010"/>
              <a:ext cx="2198730" cy="511110"/>
            </a:xfrm>
            <a:prstGeom prst="line">
              <a:avLst/>
            </a:prstGeom>
            <a:ln>
              <a:prstDash val="dash"/>
            </a:ln>
          </p:spPr>
          <p:style>
            <a:lnRef idx="2">
              <a:schemeClr val="accent2"/>
            </a:lnRef>
            <a:fillRef idx="0">
              <a:schemeClr val="accent2"/>
            </a:fillRef>
            <a:effectRef idx="1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49" name="Straight Connector 48">
              <a:extLst>
                <a:ext uri="{FF2B5EF4-FFF2-40B4-BE49-F238E27FC236}">
                  <a16:creationId xmlns:a16="http://schemas.microsoft.com/office/drawing/2014/main" id="{0DF8E3AE-2766-0AAF-EF26-99B154984678}"/>
                </a:ext>
              </a:extLst>
            </p:cNvPr>
            <p:cNvCxnSpPr>
              <a:cxnSpLocks/>
            </p:cNvCxnSpPr>
            <p:nvPr/>
          </p:nvCxnSpPr>
          <p:spPr>
            <a:xfrm>
              <a:off x="1862973" y="4720391"/>
              <a:ext cx="2004219" cy="467223"/>
            </a:xfrm>
            <a:prstGeom prst="line">
              <a:avLst/>
            </a:prstGeom>
            <a:ln>
              <a:prstDash val="dash"/>
            </a:ln>
          </p:spPr>
          <p:style>
            <a:lnRef idx="2">
              <a:schemeClr val="accent2"/>
            </a:lnRef>
            <a:fillRef idx="0">
              <a:schemeClr val="accent2"/>
            </a:fillRef>
            <a:effectRef idx="1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50" name="Straight Connector 49">
              <a:extLst>
                <a:ext uri="{FF2B5EF4-FFF2-40B4-BE49-F238E27FC236}">
                  <a16:creationId xmlns:a16="http://schemas.microsoft.com/office/drawing/2014/main" id="{4BFB0005-CE3A-53D5-9A9E-8986E0780698}"/>
                </a:ext>
              </a:extLst>
            </p:cNvPr>
            <p:cNvCxnSpPr/>
            <p:nvPr/>
          </p:nvCxnSpPr>
          <p:spPr>
            <a:xfrm>
              <a:off x="1379621" y="4954002"/>
              <a:ext cx="1443832" cy="0"/>
            </a:xfrm>
            <a:prstGeom prst="line">
              <a:avLst/>
            </a:prstGeom>
            <a:ln>
              <a:solidFill>
                <a:schemeClr val="accent2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2" name="TextBox 61">
              <a:extLst>
                <a:ext uri="{FF2B5EF4-FFF2-40B4-BE49-F238E27FC236}">
                  <a16:creationId xmlns:a16="http://schemas.microsoft.com/office/drawing/2014/main" id="{2411569E-057E-92D9-7478-392FE0093ED8}"/>
                </a:ext>
              </a:extLst>
            </p:cNvPr>
            <p:cNvSpPr txBox="1"/>
            <p:nvPr/>
          </p:nvSpPr>
          <p:spPr>
            <a:xfrm>
              <a:off x="8176458" y="2450886"/>
              <a:ext cx="144980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x</a:t>
              </a:r>
              <a:r>
                <a:rPr lang="en-US" baseline="-25000" dirty="0"/>
                <a:t>i </a:t>
              </a:r>
              <a:r>
                <a:rPr lang="en-US" dirty="0"/>
                <a:t>= 1850 mm</a:t>
              </a:r>
            </a:p>
          </p:txBody>
        </p:sp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0982AC6E-20B3-3665-5409-EE117D14FC23}"/>
                </a:ext>
              </a:extLst>
            </p:cNvPr>
            <p:cNvSpPr txBox="1"/>
            <p:nvPr/>
          </p:nvSpPr>
          <p:spPr>
            <a:xfrm>
              <a:off x="6572758" y="3224463"/>
              <a:ext cx="1582149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Cutoff layer</a:t>
              </a:r>
            </a:p>
            <a:p>
              <a:r>
                <a:rPr lang="en-US" dirty="0"/>
                <a:t> R = 550 mm</a:t>
              </a:r>
            </a:p>
          </p:txBody>
        </p:sp>
      </p:grpSp>
      <p:sp>
        <p:nvSpPr>
          <p:cNvPr id="65" name="TextBox 64">
            <a:extLst>
              <a:ext uri="{FF2B5EF4-FFF2-40B4-BE49-F238E27FC236}">
                <a16:creationId xmlns:a16="http://schemas.microsoft.com/office/drawing/2014/main" id="{96ABBBB7-60EC-7875-2C91-E8932C8D5DFF}"/>
              </a:ext>
            </a:extLst>
          </p:cNvPr>
          <p:cNvSpPr txBox="1"/>
          <p:nvPr/>
        </p:nvSpPr>
        <p:spPr>
          <a:xfrm>
            <a:off x="7345779" y="1442192"/>
            <a:ext cx="2566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x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2F201A79-7732-876E-8915-CF7BE9EF3C54}"/>
              </a:ext>
            </a:extLst>
          </p:cNvPr>
          <p:cNvSpPr txBox="1"/>
          <p:nvPr/>
        </p:nvSpPr>
        <p:spPr>
          <a:xfrm>
            <a:off x="4789574" y="176562"/>
            <a:ext cx="11249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1</a:t>
            </a:r>
            <a:r>
              <a:rPr lang="en-US" baseline="30000" dirty="0"/>
              <a:t>st</a:t>
            </a:r>
            <a:r>
              <a:rPr lang="en-US" dirty="0"/>
              <a:t> </a:t>
            </a:r>
            <a:r>
              <a:rPr lang="en-US" altLang="zh-CN" dirty="0"/>
              <a:t>lens</a:t>
            </a:r>
            <a:endParaRPr lang="en-US" dirty="0"/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FE4F26F4-D01E-A13A-04D5-5E42677C9F0D}"/>
              </a:ext>
            </a:extLst>
          </p:cNvPr>
          <p:cNvSpPr txBox="1"/>
          <p:nvPr/>
        </p:nvSpPr>
        <p:spPr>
          <a:xfrm>
            <a:off x="4764007" y="3316338"/>
            <a:ext cx="11249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1</a:t>
            </a:r>
            <a:r>
              <a:rPr lang="en-US" baseline="30000" dirty="0"/>
              <a:t>st</a:t>
            </a:r>
            <a:r>
              <a:rPr lang="en-US" dirty="0"/>
              <a:t> </a:t>
            </a:r>
            <a:r>
              <a:rPr lang="en-US" altLang="zh-CN" dirty="0"/>
              <a:t>lens</a:t>
            </a:r>
            <a:endParaRPr lang="en-US" dirty="0"/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8D2970EE-8A26-693C-C2AF-B6414214886E}"/>
              </a:ext>
            </a:extLst>
          </p:cNvPr>
          <p:cNvSpPr txBox="1"/>
          <p:nvPr/>
        </p:nvSpPr>
        <p:spPr>
          <a:xfrm>
            <a:off x="7279101" y="4600839"/>
            <a:ext cx="2566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x</a:t>
            </a:r>
          </a:p>
        </p:txBody>
      </p:sp>
    </p:spTree>
    <p:extLst>
      <p:ext uri="{BB962C8B-B14F-4D97-AF65-F5344CB8AC3E}">
        <p14:creationId xmlns:p14="http://schemas.microsoft.com/office/powerpoint/2010/main" val="257180820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13">
            <a:extLst>
              <a:ext uri="{FF2B5EF4-FFF2-40B4-BE49-F238E27FC236}">
                <a16:creationId xmlns:a16="http://schemas.microsoft.com/office/drawing/2014/main" id="{9201924D-D21E-C73A-F67F-131CA5ABBD6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98133" y="645935"/>
            <a:ext cx="8297375" cy="55661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0401694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210</TotalTime>
  <Words>27</Words>
  <Application>Microsoft Office PowerPoint</Application>
  <PresentationFormat>Widescreen</PresentationFormat>
  <Paragraphs>12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Aptos</vt:lpstr>
      <vt:lpstr>Aptos Display</vt:lpstr>
      <vt:lpstr>Arial</vt:lpstr>
      <vt:lpstr>Office Theme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Xinhang Xu</dc:creator>
  <cp:lastModifiedBy>Xinhang Xu</cp:lastModifiedBy>
  <cp:revision>1</cp:revision>
  <dcterms:created xsi:type="dcterms:W3CDTF">2026-05-02T05:10:36Z</dcterms:created>
  <dcterms:modified xsi:type="dcterms:W3CDTF">2026-05-02T08:41:25Z</dcterms:modified>
</cp:coreProperties>
</file>