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1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CBD1-1218-F78C-726E-66D2C999F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F4F94-B3B6-01DA-6773-CB4BBEE8C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5A9B2-F363-AAC3-0466-877735F6D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9FD12-C7B0-22BF-40E3-8648930A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F7C57-246A-E615-D65B-1357E94D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0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D269A-8E44-03C5-298A-90D49B44A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5A3A2-6CAB-4192-2A0C-F2E37E7AF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1D1C9-A3DE-707E-C7DB-9A8538ED2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A6D92-F190-7FAF-879D-EC6F4B7F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4544A-DB1F-446A-CFD3-9EF1C4E4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1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1971-C7E3-4D3A-DF76-202481EA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79FF3-7B9F-F857-755E-2F8E1D1BA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71690-838E-77DC-BD13-46DC83E18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AAF79-FFBC-BCCF-4AD1-2D068EBF2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46858-D885-06E6-6B49-C83D64CC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46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68CD1-10BE-27A6-B931-D6234184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0EF85-5207-85D0-6B99-2972C2785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B1C9E-17F6-162A-942E-378848C21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11E72-9AC4-2AD2-9A74-FF7CAAE95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089AD-B81C-0594-0A85-9F218A4B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E4B3B-D529-445A-3A86-88F4EAFF1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2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8D76-13B6-B206-FEA4-117BAFBA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1CB48-50D7-8B10-44D3-8DF12CD6A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99188-0B1F-2C93-FD06-7BA0946A8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A5FFD-497A-E8DD-28BF-F3336BC3D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32F70-3B93-BBBC-8747-0016D9953C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960404-1221-6591-0904-1FCB6337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728CA-A8ED-44D4-D198-330267EED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4C6AE-AC9B-7702-3C8A-98A86496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1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D8D5-33F6-80EF-E928-DC820B09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EA92D-4E67-70FF-6DB9-15A78A1DB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36CA4-0621-5715-6E2D-4AD259C4A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D76E6-BC93-B299-0C40-82B70981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2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9E594-00FA-4280-8D36-2661BF7E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B90ABC-8032-F3D5-877F-5706DF26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B4349-2EAA-A725-A3B7-7A2CF21E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6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1ABA-C80F-3DB2-DC65-AF30D356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ABD73-AB16-6EE9-DD94-26DA0DE19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1505E-5B6A-F259-06A0-E6E2747D6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BA7E0-C968-56F8-A859-A76634DF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6E305-70BE-CB5E-A399-3690200F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C18C0-3390-68E5-B240-C660AF12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8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1D258-F006-E883-E4AB-C7220D97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4C94BF-AF8F-741C-4BA4-659B66F75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8952A-EC50-9A73-F0A2-2D30E9B7E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A7CAB-A8AB-C4A1-A171-123A9D0F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D1FAB-CFCD-9BFB-BA5B-5F270873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7761-4219-AE59-A53B-511B2453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1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D2FA-7AA6-12E6-CB3C-A47EDBA8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2AF57-5547-DDF2-AC9A-5875412FA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E32C4-947F-3068-3B79-B20D6A70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27A9B-9914-92F2-9B80-8C1026C1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24421-BB4D-AB90-3E75-D9480772C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2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FB021F-790B-0E0D-A30D-6881C17B0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89F222-BF70-7B9A-1414-8D5D0AB9D9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496E1-46F9-927B-F003-B1D3ED24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2269C-8FED-D61C-B405-9C1A5152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84F66-8831-273A-E8EA-C9D0C204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8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A220E5-98FF-559E-715E-6B9DF5D71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44B16-D0F1-EF85-3CF1-25A42F2BD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ABD9A-5FD9-477D-2537-903EDEB8D3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93143-7665-4E72-B2F5-67BA59FB1B47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9B1F4-93BD-B0B1-F9F9-B00CB930A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49F05-E0FA-668E-9355-0AE3DC662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76447-A34C-4188-A761-1FFE88A33A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097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70845BB6-3065-A740-A170-43772A051CA1}"/>
              </a:ext>
            </a:extLst>
          </p:cNvPr>
          <p:cNvGrpSpPr/>
          <p:nvPr/>
        </p:nvGrpSpPr>
        <p:grpSpPr>
          <a:xfrm>
            <a:off x="-648115" y="1418062"/>
            <a:ext cx="11618510" cy="4018978"/>
            <a:chOff x="-648115" y="1418062"/>
            <a:chExt cx="11618510" cy="4018978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3A01613E-223E-4AEA-63AC-8C231C175639}"/>
                </a:ext>
              </a:extLst>
            </p:cNvPr>
            <p:cNvGrpSpPr/>
            <p:nvPr/>
          </p:nvGrpSpPr>
          <p:grpSpPr>
            <a:xfrm>
              <a:off x="-648115" y="1418062"/>
              <a:ext cx="11618510" cy="4018978"/>
              <a:chOff x="-369939" y="1369486"/>
              <a:chExt cx="11618510" cy="4018978"/>
            </a:xfrm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882934B-4F33-99A5-5432-F53ECD363250}"/>
                  </a:ext>
                </a:extLst>
              </p:cNvPr>
              <p:cNvSpPr/>
              <p:nvPr/>
            </p:nvSpPr>
            <p:spPr>
              <a:xfrm flipH="1">
                <a:off x="6977343" y="1882496"/>
                <a:ext cx="1725686" cy="2945411"/>
              </a:xfrm>
              <a:custGeom>
                <a:avLst/>
                <a:gdLst>
                  <a:gd name="connsiteX0" fmla="*/ 0 w 2093204"/>
                  <a:gd name="connsiteY0" fmla="*/ 1024568 h 3051672"/>
                  <a:gd name="connsiteX1" fmla="*/ 2093204 w 2093204"/>
                  <a:gd name="connsiteY1" fmla="*/ 0 h 3051672"/>
                  <a:gd name="connsiteX2" fmla="*/ 2082188 w 2093204"/>
                  <a:gd name="connsiteY2" fmla="*/ 3051672 h 3051672"/>
                  <a:gd name="connsiteX3" fmla="*/ 0 w 2093204"/>
                  <a:gd name="connsiteY3" fmla="*/ 2093204 h 3051672"/>
                  <a:gd name="connsiteX4" fmla="*/ 0 w 2093204"/>
                  <a:gd name="connsiteY4" fmla="*/ 1024568 h 3051672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0 w 2082188"/>
                  <a:gd name="connsiteY3" fmla="*/ 2082187 h 3040655"/>
                  <a:gd name="connsiteX4" fmla="*/ 0 w 2082188"/>
                  <a:gd name="connsiteY4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0 w 2082188"/>
                  <a:gd name="connsiteY3" fmla="*/ 2082187 h 3040655"/>
                  <a:gd name="connsiteX4" fmla="*/ 0 w 2082188"/>
                  <a:gd name="connsiteY4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1388125 w 2082188"/>
                  <a:gd name="connsiteY3" fmla="*/ 2379643 h 3040655"/>
                  <a:gd name="connsiteX4" fmla="*/ 0 w 2082188"/>
                  <a:gd name="connsiteY4" fmla="*/ 2082187 h 3040655"/>
                  <a:gd name="connsiteX5" fmla="*/ 0 w 2082188"/>
                  <a:gd name="connsiteY5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1344057 w 2082188"/>
                  <a:gd name="connsiteY3" fmla="*/ 2500828 h 3040655"/>
                  <a:gd name="connsiteX4" fmla="*/ 0 w 2082188"/>
                  <a:gd name="connsiteY4" fmla="*/ 2082187 h 3040655"/>
                  <a:gd name="connsiteX5" fmla="*/ 0 w 2082188"/>
                  <a:gd name="connsiteY5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1288973 w 2082188"/>
                  <a:gd name="connsiteY3" fmla="*/ 2500828 h 3040655"/>
                  <a:gd name="connsiteX4" fmla="*/ 0 w 2082188"/>
                  <a:gd name="connsiteY4" fmla="*/ 2082187 h 3040655"/>
                  <a:gd name="connsiteX5" fmla="*/ 0 w 2082188"/>
                  <a:gd name="connsiteY5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1222872 w 2082188"/>
                  <a:gd name="connsiteY3" fmla="*/ 2566930 h 3040655"/>
                  <a:gd name="connsiteX4" fmla="*/ 0 w 2082188"/>
                  <a:gd name="connsiteY4" fmla="*/ 2082187 h 3040655"/>
                  <a:gd name="connsiteX5" fmla="*/ 0 w 2082188"/>
                  <a:gd name="connsiteY5" fmla="*/ 1013551 h 3040655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222872 w 2082188"/>
                  <a:gd name="connsiteY3" fmla="*/ 2431158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233822 w 2082188"/>
                  <a:gd name="connsiteY3" fmla="*/ 2419844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233822 w 2082188"/>
                  <a:gd name="connsiteY3" fmla="*/ 2419844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24321 w 2082188"/>
                  <a:gd name="connsiteY3" fmla="*/ 2318016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46222 w 2082188"/>
                  <a:gd name="connsiteY3" fmla="*/ 2397216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093192 w 2082188"/>
                  <a:gd name="connsiteY3" fmla="*/ 2415063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093192 w 2082188"/>
                  <a:gd name="connsiteY3" fmla="*/ 2415063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19708 w 2082188"/>
                  <a:gd name="connsiteY3" fmla="*/ 2263371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022486 w 2082188"/>
                  <a:gd name="connsiteY3" fmla="*/ 2352601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02032 w 2082188"/>
                  <a:gd name="connsiteY3" fmla="*/ 2299063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02032 w 2082188"/>
                  <a:gd name="connsiteY3" fmla="*/ 2299063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82188" h="2904883">
                    <a:moveTo>
                      <a:pt x="0" y="877779"/>
                    </a:moveTo>
                    <a:cubicBezTo>
                      <a:pt x="686718" y="539929"/>
                      <a:pt x="1417437" y="701407"/>
                      <a:pt x="2071104" y="0"/>
                    </a:cubicBezTo>
                    <a:cubicBezTo>
                      <a:pt x="2074799" y="968294"/>
                      <a:pt x="2078493" y="1936589"/>
                      <a:pt x="2082188" y="2904883"/>
                    </a:cubicBezTo>
                    <a:cubicBezTo>
                      <a:pt x="1821455" y="2783697"/>
                      <a:pt x="1563651" y="2437434"/>
                      <a:pt x="1102032" y="2299063"/>
                    </a:cubicBezTo>
                    <a:cubicBezTo>
                      <a:pt x="640413" y="2160692"/>
                      <a:pt x="367344" y="2063964"/>
                      <a:pt x="0" y="1946415"/>
                    </a:cubicBezTo>
                    <a:lnTo>
                      <a:pt x="0" y="877779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chemeClr val="bg1">
                      <a:lumMod val="95000"/>
                    </a:schemeClr>
                  </a:gs>
                  <a:gs pos="48000">
                    <a:srgbClr val="FFFF00"/>
                  </a:gs>
                  <a:gs pos="82000">
                    <a:schemeClr val="bg1"/>
                  </a:gs>
                </a:gsLst>
                <a:lin ang="5400000" scaled="1"/>
                <a:tileRect/>
              </a:gra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336DFBA6-D4CF-6E76-8A0B-3653A8CB419E}"/>
                  </a:ext>
                </a:extLst>
              </p:cNvPr>
              <p:cNvSpPr/>
              <p:nvPr/>
            </p:nvSpPr>
            <p:spPr>
              <a:xfrm>
                <a:off x="3208945" y="1610847"/>
                <a:ext cx="3474247" cy="3488707"/>
              </a:xfrm>
              <a:custGeom>
                <a:avLst/>
                <a:gdLst>
                  <a:gd name="connsiteX0" fmla="*/ 0 w 2093204"/>
                  <a:gd name="connsiteY0" fmla="*/ 1024568 h 3051672"/>
                  <a:gd name="connsiteX1" fmla="*/ 2093204 w 2093204"/>
                  <a:gd name="connsiteY1" fmla="*/ 0 h 3051672"/>
                  <a:gd name="connsiteX2" fmla="*/ 2082188 w 2093204"/>
                  <a:gd name="connsiteY2" fmla="*/ 3051672 h 3051672"/>
                  <a:gd name="connsiteX3" fmla="*/ 0 w 2093204"/>
                  <a:gd name="connsiteY3" fmla="*/ 2093204 h 3051672"/>
                  <a:gd name="connsiteX4" fmla="*/ 0 w 2093204"/>
                  <a:gd name="connsiteY4" fmla="*/ 1024568 h 3051672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0 w 2082188"/>
                  <a:gd name="connsiteY3" fmla="*/ 2082187 h 3040655"/>
                  <a:gd name="connsiteX4" fmla="*/ 0 w 2082188"/>
                  <a:gd name="connsiteY4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0 w 2082188"/>
                  <a:gd name="connsiteY3" fmla="*/ 2082187 h 3040655"/>
                  <a:gd name="connsiteX4" fmla="*/ 0 w 2082188"/>
                  <a:gd name="connsiteY4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1388125 w 2082188"/>
                  <a:gd name="connsiteY3" fmla="*/ 2379643 h 3040655"/>
                  <a:gd name="connsiteX4" fmla="*/ 0 w 2082188"/>
                  <a:gd name="connsiteY4" fmla="*/ 2082187 h 3040655"/>
                  <a:gd name="connsiteX5" fmla="*/ 0 w 2082188"/>
                  <a:gd name="connsiteY5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1344057 w 2082188"/>
                  <a:gd name="connsiteY3" fmla="*/ 2500828 h 3040655"/>
                  <a:gd name="connsiteX4" fmla="*/ 0 w 2082188"/>
                  <a:gd name="connsiteY4" fmla="*/ 2082187 h 3040655"/>
                  <a:gd name="connsiteX5" fmla="*/ 0 w 2082188"/>
                  <a:gd name="connsiteY5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1288973 w 2082188"/>
                  <a:gd name="connsiteY3" fmla="*/ 2500828 h 3040655"/>
                  <a:gd name="connsiteX4" fmla="*/ 0 w 2082188"/>
                  <a:gd name="connsiteY4" fmla="*/ 2082187 h 3040655"/>
                  <a:gd name="connsiteX5" fmla="*/ 0 w 2082188"/>
                  <a:gd name="connsiteY5" fmla="*/ 1013551 h 3040655"/>
                  <a:gd name="connsiteX0" fmla="*/ 0 w 2082188"/>
                  <a:gd name="connsiteY0" fmla="*/ 1013551 h 3040655"/>
                  <a:gd name="connsiteX1" fmla="*/ 2060153 w 2082188"/>
                  <a:gd name="connsiteY1" fmla="*/ 0 h 3040655"/>
                  <a:gd name="connsiteX2" fmla="*/ 2082188 w 2082188"/>
                  <a:gd name="connsiteY2" fmla="*/ 3040655 h 3040655"/>
                  <a:gd name="connsiteX3" fmla="*/ 1222872 w 2082188"/>
                  <a:gd name="connsiteY3" fmla="*/ 2566930 h 3040655"/>
                  <a:gd name="connsiteX4" fmla="*/ 0 w 2082188"/>
                  <a:gd name="connsiteY4" fmla="*/ 2082187 h 3040655"/>
                  <a:gd name="connsiteX5" fmla="*/ 0 w 2082188"/>
                  <a:gd name="connsiteY5" fmla="*/ 1013551 h 3040655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222872 w 2082188"/>
                  <a:gd name="connsiteY3" fmla="*/ 2431158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233822 w 2082188"/>
                  <a:gd name="connsiteY3" fmla="*/ 2419844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233822 w 2082188"/>
                  <a:gd name="connsiteY3" fmla="*/ 2419844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24321 w 2082188"/>
                  <a:gd name="connsiteY3" fmla="*/ 2318016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46222 w 2082188"/>
                  <a:gd name="connsiteY3" fmla="*/ 2397216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093192 w 2082188"/>
                  <a:gd name="connsiteY3" fmla="*/ 2415063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093192 w 2082188"/>
                  <a:gd name="connsiteY3" fmla="*/ 2415063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19708 w 2082188"/>
                  <a:gd name="connsiteY3" fmla="*/ 2263371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022486 w 2082188"/>
                  <a:gd name="connsiteY3" fmla="*/ 2352601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02032 w 2082188"/>
                  <a:gd name="connsiteY3" fmla="*/ 2299063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  <a:gd name="connsiteX0" fmla="*/ 0 w 2082188"/>
                  <a:gd name="connsiteY0" fmla="*/ 877779 h 2904883"/>
                  <a:gd name="connsiteX1" fmla="*/ 2071104 w 2082188"/>
                  <a:gd name="connsiteY1" fmla="*/ 0 h 2904883"/>
                  <a:gd name="connsiteX2" fmla="*/ 2082188 w 2082188"/>
                  <a:gd name="connsiteY2" fmla="*/ 2904883 h 2904883"/>
                  <a:gd name="connsiteX3" fmla="*/ 1102032 w 2082188"/>
                  <a:gd name="connsiteY3" fmla="*/ 2299063 h 2904883"/>
                  <a:gd name="connsiteX4" fmla="*/ 0 w 2082188"/>
                  <a:gd name="connsiteY4" fmla="*/ 1946415 h 2904883"/>
                  <a:gd name="connsiteX5" fmla="*/ 0 w 2082188"/>
                  <a:gd name="connsiteY5" fmla="*/ 877779 h 290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82188" h="2904883">
                    <a:moveTo>
                      <a:pt x="0" y="877779"/>
                    </a:moveTo>
                    <a:cubicBezTo>
                      <a:pt x="686718" y="539929"/>
                      <a:pt x="1417437" y="701407"/>
                      <a:pt x="2071104" y="0"/>
                    </a:cubicBezTo>
                    <a:cubicBezTo>
                      <a:pt x="2074799" y="968294"/>
                      <a:pt x="2078493" y="1936589"/>
                      <a:pt x="2082188" y="2904883"/>
                    </a:cubicBezTo>
                    <a:cubicBezTo>
                      <a:pt x="1821455" y="2783697"/>
                      <a:pt x="1563651" y="2437434"/>
                      <a:pt x="1102032" y="2299063"/>
                    </a:cubicBezTo>
                    <a:cubicBezTo>
                      <a:pt x="640413" y="2160692"/>
                      <a:pt x="367344" y="2063964"/>
                      <a:pt x="0" y="1946415"/>
                    </a:cubicBezTo>
                    <a:lnTo>
                      <a:pt x="0" y="877779"/>
                    </a:lnTo>
                    <a:close/>
                  </a:path>
                </a:pathLst>
              </a:custGeom>
              <a:gradFill flip="none" rotWithShape="1">
                <a:gsLst>
                  <a:gs pos="17000">
                    <a:schemeClr val="bg1">
                      <a:lumMod val="95000"/>
                    </a:schemeClr>
                  </a:gs>
                  <a:gs pos="48000">
                    <a:srgbClr val="FFFF00"/>
                  </a:gs>
                  <a:gs pos="82000">
                    <a:schemeClr val="bg1"/>
                  </a:gs>
                </a:gsLst>
                <a:lin ang="5400000" scaled="1"/>
                <a:tileRect/>
              </a:gra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6C54610-EE07-AC35-5111-05D1A1520490}"/>
                  </a:ext>
                </a:extLst>
              </p:cNvPr>
              <p:cNvGrpSpPr/>
              <p:nvPr/>
            </p:nvGrpSpPr>
            <p:grpSpPr>
              <a:xfrm>
                <a:off x="-369939" y="1369486"/>
                <a:ext cx="4438434" cy="3569465"/>
                <a:chOff x="439539" y="699685"/>
                <a:chExt cx="4438434" cy="3569465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AA72EF6A-652D-D3D3-4758-345C23FE2717}"/>
                    </a:ext>
                  </a:extLst>
                </p:cNvPr>
                <p:cNvSpPr/>
                <p:nvPr/>
              </p:nvSpPr>
              <p:spPr>
                <a:xfrm>
                  <a:off x="1695340" y="1378455"/>
                  <a:ext cx="3182633" cy="2401677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0"/>
                        <a:lumOff val="100000"/>
                      </a:schemeClr>
                    </a:gs>
                    <a:gs pos="11000">
                      <a:schemeClr val="accent3">
                        <a:lumMod val="0"/>
                        <a:lumOff val="100000"/>
                      </a:schemeClr>
                    </a:gs>
                    <a:gs pos="58000">
                      <a:srgbClr val="0070C0"/>
                    </a:gs>
                  </a:gsLst>
                  <a:path path="circle">
                    <a:fillToRect l="50000" t="50000" r="50000" b="5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Arc 4">
                  <a:extLst>
                    <a:ext uri="{FF2B5EF4-FFF2-40B4-BE49-F238E27FC236}">
                      <a16:creationId xmlns:a16="http://schemas.microsoft.com/office/drawing/2014/main" id="{D81B2518-6BD3-0362-9202-310BAE53A31A}"/>
                    </a:ext>
                  </a:extLst>
                </p:cNvPr>
                <p:cNvSpPr/>
                <p:nvPr/>
              </p:nvSpPr>
              <p:spPr>
                <a:xfrm rot="2847909">
                  <a:off x="1767655" y="1573060"/>
                  <a:ext cx="1827633" cy="1899603"/>
                </a:xfrm>
                <a:prstGeom prst="arc">
                  <a:avLst>
                    <a:gd name="adj1" fmla="val 16604931"/>
                    <a:gd name="adj2" fmla="val 20803925"/>
                  </a:avLst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Arc 5">
                  <a:extLst>
                    <a:ext uri="{FF2B5EF4-FFF2-40B4-BE49-F238E27FC236}">
                      <a16:creationId xmlns:a16="http://schemas.microsoft.com/office/drawing/2014/main" id="{C16A42E6-289C-7A7D-69FB-20657694828B}"/>
                    </a:ext>
                  </a:extLst>
                </p:cNvPr>
                <p:cNvSpPr/>
                <p:nvPr/>
              </p:nvSpPr>
              <p:spPr>
                <a:xfrm rot="2847909">
                  <a:off x="384454" y="754770"/>
                  <a:ext cx="3569465" cy="3459296"/>
                </a:xfrm>
                <a:prstGeom prst="arc">
                  <a:avLst>
                    <a:gd name="adj1" fmla="val 17468915"/>
                    <a:gd name="adj2" fmla="val 20338135"/>
                  </a:avLst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Arc 6">
                  <a:extLst>
                    <a:ext uri="{FF2B5EF4-FFF2-40B4-BE49-F238E27FC236}">
                      <a16:creationId xmlns:a16="http://schemas.microsoft.com/office/drawing/2014/main" id="{5D18CE7B-663A-75C1-1C6C-2A610920E24C}"/>
                    </a:ext>
                  </a:extLst>
                </p:cNvPr>
                <p:cNvSpPr/>
                <p:nvPr/>
              </p:nvSpPr>
              <p:spPr>
                <a:xfrm rot="2847909">
                  <a:off x="784469" y="754770"/>
                  <a:ext cx="3569465" cy="3459296"/>
                </a:xfrm>
                <a:prstGeom prst="arc">
                  <a:avLst>
                    <a:gd name="adj1" fmla="val 17036113"/>
                    <a:gd name="adj2" fmla="val 20742427"/>
                  </a:avLst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54C3FED-FE0D-4D21-C92D-705773154171}"/>
                  </a:ext>
                </a:extLst>
              </p:cNvPr>
              <p:cNvSpPr/>
              <p:nvPr/>
            </p:nvSpPr>
            <p:spPr>
              <a:xfrm>
                <a:off x="6317830" y="1524353"/>
                <a:ext cx="828675" cy="3694667"/>
              </a:xfrm>
              <a:prstGeom prst="ellipse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096D4AEF-C694-0B6D-6B85-E37C510AC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84572" y="3395934"/>
                <a:ext cx="1436914" cy="0"/>
              </a:xfrm>
              <a:prstGeom prst="straightConnector1">
                <a:avLst/>
              </a:prstGeom>
              <a:ln w="444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8AE3D8C-C755-D1EE-6A61-9E1A96FDD91A}"/>
                  </a:ext>
                </a:extLst>
              </p:cNvPr>
              <p:cNvSpPr txBox="1"/>
              <p:nvPr/>
            </p:nvSpPr>
            <p:spPr>
              <a:xfrm>
                <a:off x="7987963" y="2607619"/>
                <a:ext cx="19594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multi-</a:t>
                </a:r>
              </a:p>
              <a:p>
                <a:r>
                  <a:rPr lang="en-US" b="1" dirty="0"/>
                  <a:t>frequency</a:t>
                </a:r>
              </a:p>
            </p:txBody>
          </p: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E9AE575-C6D3-EFE7-3AF3-5DC2FBC2BD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23544" y="2777236"/>
                <a:ext cx="533969" cy="618698"/>
              </a:xfrm>
              <a:prstGeom prst="line">
                <a:avLst/>
              </a:prstGeom>
              <a:ln w="635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C2681630-0F69-BE87-03D1-40F1FEA448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12943" y="3379272"/>
                <a:ext cx="533969" cy="618698"/>
              </a:xfrm>
              <a:prstGeom prst="line">
                <a:avLst/>
              </a:prstGeom>
              <a:ln w="6350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A0763917-9C8D-62B8-FA16-451B94CF2B83}"/>
                  </a:ext>
                </a:extLst>
              </p:cNvPr>
              <p:cNvCxnSpPr/>
              <p:nvPr/>
            </p:nvCxnSpPr>
            <p:spPr>
              <a:xfrm>
                <a:off x="9746912" y="3379272"/>
                <a:ext cx="1501659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FE166B4A-C802-754A-8697-35C5C3C67ED6}"/>
                  </a:ext>
                </a:extLst>
              </p:cNvPr>
              <p:cNvSpPr txBox="1"/>
              <p:nvPr/>
            </p:nvSpPr>
            <p:spPr>
              <a:xfrm>
                <a:off x="1113489" y="2860828"/>
                <a:ext cx="19594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Plasma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DFE2D727-F47E-3D21-1505-2756D0000549}"/>
                  </a:ext>
                </a:extLst>
              </p:cNvPr>
              <p:cNvSpPr txBox="1"/>
              <p:nvPr/>
            </p:nvSpPr>
            <p:spPr>
              <a:xfrm>
                <a:off x="2796947" y="4560306"/>
                <a:ext cx="19594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Cut-off layer</a:t>
                </a:r>
              </a:p>
            </p:txBody>
          </p: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26C5E951-2DAF-8B96-C457-91FA1DDC9E78}"/>
                  </a:ext>
                </a:extLst>
              </p:cNvPr>
              <p:cNvCxnSpPr>
                <a:cxnSpLocks/>
                <a:endCxn id="6" idx="2"/>
              </p:cNvCxnSpPr>
              <p:nvPr/>
            </p:nvCxnSpPr>
            <p:spPr>
              <a:xfrm flipH="1" flipV="1">
                <a:off x="2951224" y="3945434"/>
                <a:ext cx="565427" cy="621720"/>
              </a:xfrm>
              <a:prstGeom prst="straightConnector1">
                <a:avLst/>
              </a:prstGeom>
              <a:ln w="444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AF9148D-9739-B867-6222-8E8FD531F416}"/>
                  </a:ext>
                </a:extLst>
              </p:cNvPr>
              <p:cNvSpPr txBox="1"/>
              <p:nvPr/>
            </p:nvSpPr>
            <p:spPr>
              <a:xfrm>
                <a:off x="7647508" y="5019132"/>
                <a:ext cx="19594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Optical lens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40FE9DD7-D249-0B69-6AD6-8CCA9CA913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64779" y="4712604"/>
                <a:ext cx="677274" cy="391113"/>
              </a:xfrm>
              <a:prstGeom prst="straightConnector1">
                <a:avLst/>
              </a:prstGeom>
              <a:ln w="444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3502FF7-FA45-1DEA-133E-BE979DF3C007}"/>
                </a:ext>
              </a:extLst>
            </p:cNvPr>
            <p:cNvGrpSpPr/>
            <p:nvPr/>
          </p:nvGrpSpPr>
          <p:grpSpPr>
            <a:xfrm>
              <a:off x="1143084" y="1610061"/>
              <a:ext cx="4363456" cy="3240200"/>
              <a:chOff x="1143084" y="1610061"/>
              <a:chExt cx="4363456" cy="3240200"/>
            </a:xfrm>
          </p:grpSpPr>
          <p:sp>
            <p:nvSpPr>
              <p:cNvPr id="11" name="Arc 10">
                <a:extLst>
                  <a:ext uri="{FF2B5EF4-FFF2-40B4-BE49-F238E27FC236}">
                    <a16:creationId xmlns:a16="http://schemas.microsoft.com/office/drawing/2014/main" id="{C1B39886-63CA-C037-F906-3633CDFE2777}"/>
                  </a:ext>
                </a:extLst>
              </p:cNvPr>
              <p:cNvSpPr/>
              <p:nvPr/>
            </p:nvSpPr>
            <p:spPr>
              <a:xfrm rot="2847909">
                <a:off x="1021542" y="1731603"/>
                <a:ext cx="3240200" cy="2997115"/>
              </a:xfrm>
              <a:prstGeom prst="arc">
                <a:avLst>
                  <a:gd name="adj1" fmla="val 17036113"/>
                  <a:gd name="adj2" fmla="val 20932698"/>
                </a:avLst>
              </a:prstGeom>
              <a:ln>
                <a:solidFill>
                  <a:srgbClr val="00B0F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C7534D-E839-DE44-CD11-4628926C91B9}"/>
                  </a:ext>
                </a:extLst>
              </p:cNvPr>
              <p:cNvSpPr txBox="1"/>
              <p:nvPr/>
            </p:nvSpPr>
            <p:spPr>
              <a:xfrm>
                <a:off x="3547112" y="1753217"/>
                <a:ext cx="19594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/>
                  <a:t>Wavefront </a:t>
                </a:r>
                <a:endParaRPr lang="en-US" b="1" dirty="0"/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6078416-2AC4-830D-9CC3-5EDFF6971B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8987" y="2041102"/>
                <a:ext cx="149212" cy="473850"/>
              </a:xfrm>
              <a:prstGeom prst="straightConnector1">
                <a:avLst/>
              </a:prstGeom>
              <a:ln w="4445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153951D-8607-DAEF-5230-AEFA0A703350}"/>
              </a:ext>
            </a:extLst>
          </p:cNvPr>
          <p:cNvGrpSpPr/>
          <p:nvPr/>
        </p:nvGrpSpPr>
        <p:grpSpPr>
          <a:xfrm>
            <a:off x="850551" y="1464361"/>
            <a:ext cx="3559170" cy="3569465"/>
            <a:chOff x="850551" y="1464361"/>
            <a:chExt cx="3559170" cy="3569465"/>
          </a:xfrm>
        </p:grpSpPr>
        <p:sp>
          <p:nvSpPr>
            <p:cNvPr id="2" name="Arc 1">
              <a:extLst>
                <a:ext uri="{FF2B5EF4-FFF2-40B4-BE49-F238E27FC236}">
                  <a16:creationId xmlns:a16="http://schemas.microsoft.com/office/drawing/2014/main" id="{C20587A4-BCFB-EA4D-ACF0-54B21B80E767}"/>
                </a:ext>
              </a:extLst>
            </p:cNvPr>
            <p:cNvSpPr/>
            <p:nvPr/>
          </p:nvSpPr>
          <p:spPr>
            <a:xfrm rot="2847909">
              <a:off x="895340" y="1519446"/>
              <a:ext cx="3569465" cy="3459296"/>
            </a:xfrm>
            <a:prstGeom prst="arc">
              <a:avLst>
                <a:gd name="adj1" fmla="val 17036113"/>
                <a:gd name="adj2" fmla="val 20742427"/>
              </a:avLst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6668241E-41BF-8831-8A10-B682FADBF677}"/>
                </a:ext>
              </a:extLst>
            </p:cNvPr>
            <p:cNvSpPr/>
            <p:nvPr/>
          </p:nvSpPr>
          <p:spPr>
            <a:xfrm rot="2847909">
              <a:off x="729009" y="1750536"/>
              <a:ext cx="3240200" cy="2997115"/>
            </a:xfrm>
            <a:prstGeom prst="arc">
              <a:avLst>
                <a:gd name="adj1" fmla="val 17036113"/>
                <a:gd name="adj2" fmla="val 20742427"/>
              </a:avLst>
            </a:prstGeom>
            <a:ln>
              <a:solidFill>
                <a:srgbClr val="00B0F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026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AB4B02-E1A8-8AC7-D3D3-9A96F481C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32" y="1444580"/>
            <a:ext cx="10394581" cy="39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A3BEB-3265-6A2D-DA2B-4967131EB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709" y="1345675"/>
            <a:ext cx="10394581" cy="39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9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0720FE-DF12-7E53-08F3-44667706E3AD}"/>
              </a:ext>
            </a:extLst>
          </p:cNvPr>
          <p:cNvGrpSpPr/>
          <p:nvPr/>
        </p:nvGrpSpPr>
        <p:grpSpPr>
          <a:xfrm>
            <a:off x="383988" y="3638996"/>
            <a:ext cx="4316342" cy="3633531"/>
            <a:chOff x="2976295" y="839236"/>
            <a:chExt cx="4316342" cy="363353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8F35B64-7029-59F7-227A-C4BFD6F1A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6295" y="839236"/>
              <a:ext cx="4316342" cy="3633531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1E6C6A9-0CFE-5475-874E-4B9704A43331}"/>
                </a:ext>
              </a:extLst>
            </p:cNvPr>
            <p:cNvSpPr/>
            <p:nvPr/>
          </p:nvSpPr>
          <p:spPr>
            <a:xfrm>
              <a:off x="5769204" y="4147794"/>
              <a:ext cx="1480008" cy="2545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16D14DE-87AF-92CD-E750-3FC63E3FBDEB}"/>
              </a:ext>
            </a:extLst>
          </p:cNvPr>
          <p:cNvGrpSpPr/>
          <p:nvPr/>
        </p:nvGrpSpPr>
        <p:grpSpPr>
          <a:xfrm>
            <a:off x="743254" y="412445"/>
            <a:ext cx="7914152" cy="2368462"/>
            <a:chOff x="3405268" y="553848"/>
            <a:chExt cx="7914152" cy="236846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9E72640-1F32-F696-37ED-64E9D38EC7E8}"/>
                </a:ext>
              </a:extLst>
            </p:cNvPr>
            <p:cNvGrpSpPr/>
            <p:nvPr/>
          </p:nvGrpSpPr>
          <p:grpSpPr>
            <a:xfrm>
              <a:off x="3582184" y="1150190"/>
              <a:ext cx="4718519" cy="1472948"/>
              <a:chOff x="5618375" y="3956896"/>
              <a:chExt cx="4718519" cy="1472948"/>
            </a:xfrm>
          </p:grpSpPr>
          <p:sp>
            <p:nvSpPr>
              <p:cNvPr id="8" name="Oval 5">
                <a:extLst>
                  <a:ext uri="{FF2B5EF4-FFF2-40B4-BE49-F238E27FC236}">
                    <a16:creationId xmlns:a16="http://schemas.microsoft.com/office/drawing/2014/main" id="{DD01C8C2-5CE0-66A0-E9E2-6EE19257462D}"/>
                  </a:ext>
                </a:extLst>
              </p:cNvPr>
              <p:cNvSpPr/>
              <p:nvPr/>
            </p:nvSpPr>
            <p:spPr>
              <a:xfrm>
                <a:off x="9933681" y="3978106"/>
                <a:ext cx="403213" cy="1451738"/>
              </a:xfrm>
              <a:custGeom>
                <a:avLst/>
                <a:gdLst>
                  <a:gd name="connsiteX0" fmla="*/ 0 w 393785"/>
                  <a:gd name="connsiteY0" fmla="*/ 725864 h 1451728"/>
                  <a:gd name="connsiteX1" fmla="*/ 196893 w 393785"/>
                  <a:gd name="connsiteY1" fmla="*/ 0 h 1451728"/>
                  <a:gd name="connsiteX2" fmla="*/ 393786 w 393785"/>
                  <a:gd name="connsiteY2" fmla="*/ 725864 h 1451728"/>
                  <a:gd name="connsiteX3" fmla="*/ 196893 w 393785"/>
                  <a:gd name="connsiteY3" fmla="*/ 1451728 h 1451728"/>
                  <a:gd name="connsiteX4" fmla="*/ 0 w 393785"/>
                  <a:gd name="connsiteY4" fmla="*/ 725864 h 1451728"/>
                  <a:gd name="connsiteX0" fmla="*/ 0 w 233556"/>
                  <a:gd name="connsiteY0" fmla="*/ 725869 h 1451738"/>
                  <a:gd name="connsiteX1" fmla="*/ 196893 w 233556"/>
                  <a:gd name="connsiteY1" fmla="*/ 5 h 1451738"/>
                  <a:gd name="connsiteX2" fmla="*/ 233531 w 233556"/>
                  <a:gd name="connsiteY2" fmla="*/ 735295 h 1451738"/>
                  <a:gd name="connsiteX3" fmla="*/ 196893 w 233556"/>
                  <a:gd name="connsiteY3" fmla="*/ 1451733 h 1451738"/>
                  <a:gd name="connsiteX4" fmla="*/ 0 w 233556"/>
                  <a:gd name="connsiteY4" fmla="*/ 725869 h 1451738"/>
                  <a:gd name="connsiteX0" fmla="*/ 0 w 403213"/>
                  <a:gd name="connsiteY0" fmla="*/ 725869 h 1451738"/>
                  <a:gd name="connsiteX1" fmla="*/ 196893 w 403213"/>
                  <a:gd name="connsiteY1" fmla="*/ 5 h 1451738"/>
                  <a:gd name="connsiteX2" fmla="*/ 403213 w 403213"/>
                  <a:gd name="connsiteY2" fmla="*/ 735295 h 1451738"/>
                  <a:gd name="connsiteX3" fmla="*/ 196893 w 403213"/>
                  <a:gd name="connsiteY3" fmla="*/ 1451733 h 1451738"/>
                  <a:gd name="connsiteX4" fmla="*/ 0 w 403213"/>
                  <a:gd name="connsiteY4" fmla="*/ 725869 h 1451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213" h="1451738">
                    <a:moveTo>
                      <a:pt x="0" y="725869"/>
                    </a:moveTo>
                    <a:cubicBezTo>
                      <a:pt x="0" y="324985"/>
                      <a:pt x="129691" y="-1566"/>
                      <a:pt x="196893" y="5"/>
                    </a:cubicBezTo>
                    <a:cubicBezTo>
                      <a:pt x="264095" y="1576"/>
                      <a:pt x="403213" y="334411"/>
                      <a:pt x="403213" y="735295"/>
                    </a:cubicBezTo>
                    <a:cubicBezTo>
                      <a:pt x="403213" y="1136179"/>
                      <a:pt x="264095" y="1453304"/>
                      <a:pt x="196893" y="1451733"/>
                    </a:cubicBezTo>
                    <a:cubicBezTo>
                      <a:pt x="129691" y="1450162"/>
                      <a:pt x="0" y="1126753"/>
                      <a:pt x="0" y="725869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203A7B2-A6DF-4E57-394E-4A11D603840A}"/>
                  </a:ext>
                </a:extLst>
              </p:cNvPr>
              <p:cNvSpPr/>
              <p:nvPr/>
            </p:nvSpPr>
            <p:spPr>
              <a:xfrm>
                <a:off x="7945345" y="3967501"/>
                <a:ext cx="311084" cy="1451738"/>
              </a:xfrm>
              <a:custGeom>
                <a:avLst/>
                <a:gdLst>
                  <a:gd name="connsiteX0" fmla="*/ 0 w 311084"/>
                  <a:gd name="connsiteY0" fmla="*/ 0 h 1451738"/>
                  <a:gd name="connsiteX1" fmla="*/ 311084 w 311084"/>
                  <a:gd name="connsiteY1" fmla="*/ 0 h 1451738"/>
                  <a:gd name="connsiteX2" fmla="*/ 311084 w 311084"/>
                  <a:gd name="connsiteY2" fmla="*/ 1451738 h 1451738"/>
                  <a:gd name="connsiteX3" fmla="*/ 0 w 311084"/>
                  <a:gd name="connsiteY3" fmla="*/ 1451738 h 1451738"/>
                  <a:gd name="connsiteX4" fmla="*/ 0 w 311084"/>
                  <a:gd name="connsiteY4" fmla="*/ 1446889 h 1451738"/>
                  <a:gd name="connsiteX5" fmla="*/ 18340 w 311084"/>
                  <a:gd name="connsiteY5" fmla="*/ 1437842 h 1451738"/>
                  <a:gd name="connsiteX6" fmla="*/ 196500 w 311084"/>
                  <a:gd name="connsiteY6" fmla="*/ 735295 h 1451738"/>
                  <a:gd name="connsiteX7" fmla="*/ 18340 w 311084"/>
                  <a:gd name="connsiteY7" fmla="*/ 15608 h 1451738"/>
                  <a:gd name="connsiteX8" fmla="*/ 0 w 311084"/>
                  <a:gd name="connsiteY8" fmla="*/ 5446 h 1451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1084" h="1451738">
                    <a:moveTo>
                      <a:pt x="0" y="0"/>
                    </a:moveTo>
                    <a:lnTo>
                      <a:pt x="311084" y="0"/>
                    </a:lnTo>
                    <a:lnTo>
                      <a:pt x="311084" y="1451738"/>
                    </a:lnTo>
                    <a:lnTo>
                      <a:pt x="0" y="1451738"/>
                    </a:lnTo>
                    <a:lnTo>
                      <a:pt x="0" y="1446889"/>
                    </a:lnTo>
                    <a:lnTo>
                      <a:pt x="18340" y="1437842"/>
                    </a:lnTo>
                    <a:cubicBezTo>
                      <a:pt x="89988" y="1372714"/>
                      <a:pt x="196500" y="1086069"/>
                      <a:pt x="196500" y="735295"/>
                    </a:cubicBezTo>
                    <a:cubicBezTo>
                      <a:pt x="196500" y="384522"/>
                      <a:pt x="89988" y="85848"/>
                      <a:pt x="18340" y="15608"/>
                    </a:cubicBezTo>
                    <a:lnTo>
                      <a:pt x="0" y="5446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6">
                <a:extLst>
                  <a:ext uri="{FF2B5EF4-FFF2-40B4-BE49-F238E27FC236}">
                    <a16:creationId xmlns:a16="http://schemas.microsoft.com/office/drawing/2014/main" id="{2D10A83D-0E92-016A-06BD-6700CB9B51A7}"/>
                  </a:ext>
                </a:extLst>
              </p:cNvPr>
              <p:cNvSpPr/>
              <p:nvPr/>
            </p:nvSpPr>
            <p:spPr>
              <a:xfrm>
                <a:off x="6419587" y="3956896"/>
                <a:ext cx="316934" cy="1451738"/>
              </a:xfrm>
              <a:custGeom>
                <a:avLst/>
                <a:gdLst>
                  <a:gd name="connsiteX0" fmla="*/ 0 w 393785"/>
                  <a:gd name="connsiteY0" fmla="*/ 725864 h 1451728"/>
                  <a:gd name="connsiteX1" fmla="*/ 196893 w 393785"/>
                  <a:gd name="connsiteY1" fmla="*/ 0 h 1451728"/>
                  <a:gd name="connsiteX2" fmla="*/ 393786 w 393785"/>
                  <a:gd name="connsiteY2" fmla="*/ 725864 h 1451728"/>
                  <a:gd name="connsiteX3" fmla="*/ 196893 w 393785"/>
                  <a:gd name="connsiteY3" fmla="*/ 1451728 h 1451728"/>
                  <a:gd name="connsiteX4" fmla="*/ 0 w 393785"/>
                  <a:gd name="connsiteY4" fmla="*/ 725864 h 1451728"/>
                  <a:gd name="connsiteX0" fmla="*/ 9363 w 214613"/>
                  <a:gd name="connsiteY0" fmla="*/ 735296 h 1451738"/>
                  <a:gd name="connsiteX1" fmla="*/ 17720 w 214613"/>
                  <a:gd name="connsiteY1" fmla="*/ 5 h 1451738"/>
                  <a:gd name="connsiteX2" fmla="*/ 214613 w 214613"/>
                  <a:gd name="connsiteY2" fmla="*/ 725869 h 1451738"/>
                  <a:gd name="connsiteX3" fmla="*/ 17720 w 214613"/>
                  <a:gd name="connsiteY3" fmla="*/ 1451733 h 1451738"/>
                  <a:gd name="connsiteX4" fmla="*/ 9363 w 214613"/>
                  <a:gd name="connsiteY4" fmla="*/ 735296 h 1451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613" h="1451738">
                    <a:moveTo>
                      <a:pt x="9363" y="735296"/>
                    </a:moveTo>
                    <a:cubicBezTo>
                      <a:pt x="9363" y="334412"/>
                      <a:pt x="-16488" y="1576"/>
                      <a:pt x="17720" y="5"/>
                    </a:cubicBezTo>
                    <a:cubicBezTo>
                      <a:pt x="51928" y="-1566"/>
                      <a:pt x="214613" y="324985"/>
                      <a:pt x="214613" y="725869"/>
                    </a:cubicBezTo>
                    <a:cubicBezTo>
                      <a:pt x="214613" y="1126753"/>
                      <a:pt x="51928" y="1450162"/>
                      <a:pt x="17720" y="1451733"/>
                    </a:cubicBezTo>
                    <a:cubicBezTo>
                      <a:pt x="-16488" y="1453304"/>
                      <a:pt x="9363" y="1136180"/>
                      <a:pt x="9363" y="735296"/>
                    </a:cubicBezTo>
                    <a:close/>
                  </a:path>
                </a:pathLst>
              </a:cu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648BDA8-7A4F-F44B-6331-013DA6AAA830}"/>
                  </a:ext>
                </a:extLst>
              </p:cNvPr>
              <p:cNvSpPr/>
              <p:nvPr/>
            </p:nvSpPr>
            <p:spPr>
              <a:xfrm>
                <a:off x="5618375" y="3978106"/>
                <a:ext cx="56561" cy="145173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24EAA3-00A0-216C-99D0-C79BB0ACAE8C}"/>
                </a:ext>
              </a:extLst>
            </p:cNvPr>
            <p:cNvSpPr/>
            <p:nvPr/>
          </p:nvSpPr>
          <p:spPr>
            <a:xfrm>
              <a:off x="3405268" y="980638"/>
              <a:ext cx="1442301" cy="17908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2AB76C6-5609-0DDB-B514-802B7D5F6857}"/>
                </a:ext>
              </a:extLst>
            </p:cNvPr>
            <p:cNvSpPr/>
            <p:nvPr/>
          </p:nvSpPr>
          <p:spPr>
            <a:xfrm>
              <a:off x="5229680" y="980638"/>
              <a:ext cx="1442301" cy="17908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C584C00-FBDD-59D9-82C2-A2B17AF1CC74}"/>
                </a:ext>
              </a:extLst>
            </p:cNvPr>
            <p:cNvSpPr/>
            <p:nvPr/>
          </p:nvSpPr>
          <p:spPr>
            <a:xfrm>
              <a:off x="6996079" y="980638"/>
              <a:ext cx="1442301" cy="17908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ADA2612-6B34-1A78-7A71-3DAF3F1BC2AA}"/>
                </a:ext>
              </a:extLst>
            </p:cNvPr>
            <p:cNvSpPr/>
            <p:nvPr/>
          </p:nvSpPr>
          <p:spPr>
            <a:xfrm>
              <a:off x="9339791" y="603567"/>
              <a:ext cx="1979629" cy="2318743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2B06794-6506-4195-7991-D93140ED1D12}"/>
                </a:ext>
              </a:extLst>
            </p:cNvPr>
            <p:cNvSpPr/>
            <p:nvPr/>
          </p:nvSpPr>
          <p:spPr>
            <a:xfrm>
              <a:off x="8521831" y="1055802"/>
              <a:ext cx="113122" cy="16402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BFEB092-DB2D-57FA-7359-B8AA77C542B5}"/>
                </a:ext>
              </a:extLst>
            </p:cNvPr>
            <p:cNvSpPr txBox="1"/>
            <p:nvPr/>
          </p:nvSpPr>
          <p:spPr>
            <a:xfrm>
              <a:off x="3540166" y="559728"/>
              <a:ext cx="1307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  <a:r>
                <a:rPr lang="en-US" altLang="zh-CN" dirty="0"/>
                <a:t>ocus lens</a:t>
              </a:r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B20BEF-1056-E3A6-F820-24E09FDF6DCF}"/>
                </a:ext>
              </a:extLst>
            </p:cNvPr>
            <p:cNvSpPr txBox="1"/>
            <p:nvPr/>
          </p:nvSpPr>
          <p:spPr>
            <a:xfrm>
              <a:off x="3589415" y="2248260"/>
              <a:ext cx="12005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Detector array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6B5DF81-E788-BD2D-29BE-1A5370551956}"/>
                </a:ext>
              </a:extLst>
            </p:cNvPr>
            <p:cNvSpPr txBox="1"/>
            <p:nvPr/>
          </p:nvSpPr>
          <p:spPr>
            <a:xfrm>
              <a:off x="5255452" y="559728"/>
              <a:ext cx="1307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  <a:r>
                <a:rPr lang="en-US" altLang="zh-CN" dirty="0"/>
                <a:t>CA lens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D27CC7C-0A20-00D0-4C0A-6E313CEC8046}"/>
                </a:ext>
              </a:extLst>
            </p:cNvPr>
            <p:cNvSpPr txBox="1"/>
            <p:nvPr/>
          </p:nvSpPr>
          <p:spPr>
            <a:xfrm>
              <a:off x="6988139" y="553848"/>
              <a:ext cx="1307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Zoom lens</a:t>
              </a:r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DF55309-2932-6C05-6586-F0A1500C97FB}"/>
                </a:ext>
              </a:extLst>
            </p:cNvPr>
            <p:cNvSpPr txBox="1"/>
            <p:nvPr/>
          </p:nvSpPr>
          <p:spPr>
            <a:xfrm>
              <a:off x="8619641" y="603567"/>
              <a:ext cx="15350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Vacuum window</a:t>
              </a:r>
              <a:endParaRPr lang="en-US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AD193D9-6F9A-DA96-DFAD-218D38BDA276}"/>
              </a:ext>
            </a:extLst>
          </p:cNvPr>
          <p:cNvSpPr txBox="1"/>
          <p:nvPr/>
        </p:nvSpPr>
        <p:spPr>
          <a:xfrm>
            <a:off x="7105652" y="1411365"/>
            <a:ext cx="1535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plasma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939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08D12BA-130F-4C4C-8289-800D3A92CD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43" r="30714"/>
          <a:stretch/>
        </p:blipFill>
        <p:spPr>
          <a:xfrm>
            <a:off x="3127375" y="3378461"/>
            <a:ext cx="1933574" cy="297953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95B0F17-6C93-432C-937D-B93EF0469C21}"/>
              </a:ext>
            </a:extLst>
          </p:cNvPr>
          <p:cNvGrpSpPr/>
          <p:nvPr/>
        </p:nvGrpSpPr>
        <p:grpSpPr>
          <a:xfrm>
            <a:off x="866812" y="449467"/>
            <a:ext cx="4712421" cy="5959065"/>
            <a:chOff x="2209837" y="656889"/>
            <a:chExt cx="4712421" cy="59590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DCB9A80-0741-4A5B-A8E3-08FB99268D0D}"/>
                </a:ext>
              </a:extLst>
            </p:cNvPr>
            <p:cNvPicPr/>
            <p:nvPr/>
          </p:nvPicPr>
          <p:blipFill rotWithShape="1">
            <a:blip r:embed="rId3"/>
            <a:srcRect l="19658" r="26667"/>
            <a:stretch/>
          </p:blipFill>
          <p:spPr bwMode="auto">
            <a:xfrm>
              <a:off x="2209837" y="656889"/>
              <a:ext cx="2191834" cy="292899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D699B98-DB04-40D4-B048-51ECB5209D67}"/>
                </a:ext>
              </a:extLst>
            </p:cNvPr>
            <p:cNvPicPr/>
            <p:nvPr/>
          </p:nvPicPr>
          <p:blipFill rotWithShape="1">
            <a:blip r:embed="rId4"/>
            <a:srcRect l="19743" r="23077"/>
            <a:stretch/>
          </p:blipFill>
          <p:spPr bwMode="auto">
            <a:xfrm>
              <a:off x="2209837" y="3686960"/>
              <a:ext cx="2343113" cy="292899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F50C784-FF09-48B5-8DA3-AA27AE4FF7F0}"/>
                </a:ext>
              </a:extLst>
            </p:cNvPr>
            <p:cNvPicPr/>
            <p:nvPr/>
          </p:nvPicPr>
          <p:blipFill rotWithShape="1">
            <a:blip r:embed="rId5"/>
            <a:srcRect l="19573" r="21197"/>
            <a:stretch/>
          </p:blipFill>
          <p:spPr bwMode="auto">
            <a:xfrm>
              <a:off x="4552950" y="656889"/>
              <a:ext cx="2369308" cy="292899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73D9F5-2B11-484A-890F-3D73D31E36DD}"/>
                </a:ext>
              </a:extLst>
            </p:cNvPr>
            <p:cNvSpPr txBox="1"/>
            <p:nvPr/>
          </p:nvSpPr>
          <p:spPr>
            <a:xfrm>
              <a:off x="2209837" y="656889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(a)</a:t>
              </a:r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79E6E1-B956-4BD8-96D0-61C5DFFC2DA4}"/>
                </a:ext>
              </a:extLst>
            </p:cNvPr>
            <p:cNvSpPr txBox="1"/>
            <p:nvPr/>
          </p:nvSpPr>
          <p:spPr>
            <a:xfrm>
              <a:off x="4619662" y="656889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(b)</a:t>
              </a:r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0CDB9B3-B27E-4ECD-96A9-3B43FC8A5F40}"/>
                </a:ext>
              </a:extLst>
            </p:cNvPr>
            <p:cNvSpPr txBox="1"/>
            <p:nvPr/>
          </p:nvSpPr>
          <p:spPr>
            <a:xfrm>
              <a:off x="2209837" y="3401217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(c)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F3E9D9-F332-4307-840E-9EA260287C03}"/>
                </a:ext>
              </a:extLst>
            </p:cNvPr>
            <p:cNvSpPr txBox="1"/>
            <p:nvPr/>
          </p:nvSpPr>
          <p:spPr>
            <a:xfrm>
              <a:off x="4635500" y="3401217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(d)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9494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C1C4148-A045-4E35-9FED-052B640B1503}"/>
              </a:ext>
            </a:extLst>
          </p:cNvPr>
          <p:cNvGrpSpPr/>
          <p:nvPr/>
        </p:nvGrpSpPr>
        <p:grpSpPr>
          <a:xfrm>
            <a:off x="-2933701" y="277810"/>
            <a:ext cx="14566901" cy="5000626"/>
            <a:chOff x="-2933701" y="277810"/>
            <a:chExt cx="14566901" cy="500062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60CEE32-96B8-49DB-B0DC-93379D9DC5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9571" r="21571"/>
            <a:stretch/>
          </p:blipFill>
          <p:spPr>
            <a:xfrm>
              <a:off x="-2933701" y="277811"/>
              <a:ext cx="3924301" cy="500062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BD00CF4-986E-43B8-872A-27479AF6FF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9572" r="26000"/>
            <a:stretch/>
          </p:blipFill>
          <p:spPr>
            <a:xfrm>
              <a:off x="990600" y="277811"/>
              <a:ext cx="3629026" cy="500062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7D59AE4-D667-49EA-9781-25B0BE52A5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9143" r="20714"/>
            <a:stretch/>
          </p:blipFill>
          <p:spPr>
            <a:xfrm>
              <a:off x="4619626" y="277810"/>
              <a:ext cx="4010025" cy="500062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19D4F58-EFA8-4B86-9C27-6C8D6A826A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5809" r="31143"/>
            <a:stretch/>
          </p:blipFill>
          <p:spPr>
            <a:xfrm>
              <a:off x="8763000" y="277810"/>
              <a:ext cx="2870200" cy="500062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1EE88A-4368-4B91-B288-3242013561C0}"/>
                    </a:ext>
                  </a:extLst>
                </p:cNvPr>
                <p:cNvSpPr txBox="1"/>
                <p:nvPr/>
              </p:nvSpPr>
              <p:spPr>
                <a:xfrm>
                  <a:off x="-2933701" y="431800"/>
                  <a:ext cx="6191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D1EE88A-4368-4B91-B288-3242013561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933701" y="431800"/>
                  <a:ext cx="61912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544705E-B89F-4A9C-A5BD-D9FADA8FE9A3}"/>
                    </a:ext>
                  </a:extLst>
                </p:cNvPr>
                <p:cNvSpPr txBox="1"/>
                <p:nvPr/>
              </p:nvSpPr>
              <p:spPr>
                <a:xfrm>
                  <a:off x="1123949" y="431800"/>
                  <a:ext cx="6191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544705E-B89F-4A9C-A5BD-D9FADA8FE9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949" y="431800"/>
                  <a:ext cx="619126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A5BF0F-41EB-49D1-8564-83D66631DC45}"/>
                    </a:ext>
                  </a:extLst>
                </p:cNvPr>
                <p:cNvSpPr txBox="1"/>
                <p:nvPr/>
              </p:nvSpPr>
              <p:spPr>
                <a:xfrm>
                  <a:off x="4784726" y="431800"/>
                  <a:ext cx="6191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1A5BF0F-41EB-49D1-8564-83D66631DC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4726" y="431800"/>
                  <a:ext cx="61912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7C52DC-4069-438A-B8CA-BADCA154D397}"/>
                    </a:ext>
                  </a:extLst>
                </p:cNvPr>
                <p:cNvSpPr txBox="1"/>
                <p:nvPr/>
              </p:nvSpPr>
              <p:spPr>
                <a:xfrm>
                  <a:off x="8763000" y="431800"/>
                  <a:ext cx="61912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A7C52DC-4069-438A-B8CA-BADCA154D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3000" y="431800"/>
                  <a:ext cx="619126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33795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21AF503-6FA5-4A7A-BE7F-A7D239DEDD5A}"/>
              </a:ext>
            </a:extLst>
          </p:cNvPr>
          <p:cNvGrpSpPr/>
          <p:nvPr/>
        </p:nvGrpSpPr>
        <p:grpSpPr>
          <a:xfrm>
            <a:off x="681318" y="489416"/>
            <a:ext cx="10128997" cy="5000625"/>
            <a:chOff x="681318" y="489416"/>
            <a:chExt cx="10128997" cy="500062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007A657-FA08-4BD0-B920-50B2E0F0FFE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5664" t="6706" r="31176"/>
            <a:stretch/>
          </p:blipFill>
          <p:spPr>
            <a:xfrm>
              <a:off x="681318" y="753035"/>
              <a:ext cx="2877670" cy="466528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6789A88-584D-4C55-8C40-5A5A3B2D3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2815" y="489416"/>
              <a:ext cx="6667500" cy="5000625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28BABBD-A57F-4DE7-92C5-29D9D10D3617}"/>
                </a:ext>
              </a:extLst>
            </p:cNvPr>
            <p:cNvSpPr txBox="1"/>
            <p:nvPr/>
          </p:nvSpPr>
          <p:spPr>
            <a:xfrm>
              <a:off x="833718" y="568369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(a)</a:t>
              </a:r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09A73C-39CC-4EF3-BD72-3081792A42AB}"/>
                </a:ext>
              </a:extLst>
            </p:cNvPr>
            <p:cNvSpPr txBox="1"/>
            <p:nvPr/>
          </p:nvSpPr>
          <p:spPr>
            <a:xfrm>
              <a:off x="4451536" y="568369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(b)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15215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52D8098-DDF6-AB0A-D67B-B95DE81847B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73737F"/>
              </a:clrFrom>
              <a:clrTo>
                <a:srgbClr val="73737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6887" y="1214128"/>
            <a:ext cx="9659222" cy="378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29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49</Words>
  <Application>Microsoft Office PowerPoint</Application>
  <PresentationFormat>宽屏</PresentationFormat>
  <Paragraphs>22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Xinhang Xu</dc:creator>
  <cp:lastModifiedBy>Xinhang Xu</cp:lastModifiedBy>
  <cp:revision>11</cp:revision>
  <dcterms:created xsi:type="dcterms:W3CDTF">2025-11-21T10:05:42Z</dcterms:created>
  <dcterms:modified xsi:type="dcterms:W3CDTF">2026-08-18T09:12:15Z</dcterms:modified>
</cp:coreProperties>
</file>