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 showGuides="1">
      <p:cViewPr varScale="1">
        <p:scale>
          <a:sx n="119" d="100"/>
          <a:sy n="119" d="100"/>
        </p:scale>
        <p:origin x="96" y="3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43C77-D944-4E06-B3BD-15B86D4B61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CCDFF-93CE-45E7-970F-65440F126F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1203E-7FEC-4F50-90E9-397216F0B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B425-4742-48C1-AA3F-4FB81D60033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A73C9-F9FA-45CF-9B66-25384C89F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106EB-F02F-4233-8C1E-49B57D0FE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1E589-304B-4581-A0CD-8C3564188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13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43C71-BEFC-436B-99BF-CE496340C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E6BB4-D20C-409A-8FAC-DF95B123B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1337D-8DD9-4C42-B15E-57D8C55EC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B425-4742-48C1-AA3F-4FB81D60033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A5D5E-11E0-4219-A464-634813D2B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37AC8-5388-4865-8632-076297456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1E589-304B-4581-A0CD-8C3564188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288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C6694-0078-4194-884A-5004C2C2F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E1010-D237-4AB1-83A2-4F3D49360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62624-9D43-4DC9-9EAF-4F040719C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B425-4742-48C1-AA3F-4FB81D60033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0DA83-4C7F-4415-B7D4-32793704A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65867-BF65-4F94-956B-373251455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1E589-304B-4581-A0CD-8C3564188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52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CA32E-B14A-43D0-A234-D496B2620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D0D2B-A152-47A5-86D9-75C64CB6A6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ABC2B-0491-437F-AEF0-33F722168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12873-2875-489B-8150-2C291EDE3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B425-4742-48C1-AA3F-4FB81D60033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E64AD-0565-406C-982F-14F79DACD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AB4163-BF07-413C-B6C0-321B2E4A9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1E589-304B-4581-A0CD-8C3564188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197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B4F06-006E-497F-8BF4-52C15C590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C503B-40BD-40EE-91DC-BD9001D57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C6550-1E8A-4C71-A701-85A726985D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11FA6-DDA7-4E10-B301-5AE4845BEE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7C93D2-48DC-4090-AAD0-632DE341CB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D74B6C-51C8-49BE-9C26-075196E66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B425-4742-48C1-AA3F-4FB81D60033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D87219-FB8A-4C30-AB57-87C3C544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BFB83D-FE88-40E3-9256-33714B66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1E589-304B-4581-A0CD-8C3564188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94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D8390-854A-4CA9-805B-75E134258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A87D93-D40A-430E-9DD7-196A1EFF7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B425-4742-48C1-AA3F-4FB81D60033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49978A-C2DD-4FA4-A721-56DFA7547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D4D6B6-312E-472A-A7DF-B8104592C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1E589-304B-4581-A0CD-8C3564188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820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98AE61-11FA-4B82-BDE0-B738B6FA7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B425-4742-48C1-AA3F-4FB81D60033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74AA42-2267-451F-960A-3579A642F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08CB5-2286-445A-91CF-118BC5075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1E589-304B-4581-A0CD-8C3564188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84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3205E-5C0A-44F8-9C2A-6D8FE764C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75DFE-C6E1-47DC-A66C-F0516AAD7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1C49F1-2FC6-40E8-9E6B-522804EA3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305934-363D-45B8-BE8B-1933CFB49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B425-4742-48C1-AA3F-4FB81D60033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865D4-29C3-460F-9D1C-FB3FAC6AA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894CA-A4DC-4EF8-AC76-771C9B378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1E589-304B-4581-A0CD-8C3564188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264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14307-570B-4245-B74E-31240C980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21B0A-A817-45AA-982E-2CCB959EAF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A0BAD3-E5B7-4479-957A-58E3A98D18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BF55CE-2C97-4214-9A30-7CD872C81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B425-4742-48C1-AA3F-4FB81D60033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E2FAB-B359-405A-A069-60FEBADFE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EB08D-3E29-49C7-AA90-F57EF6AA3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1E589-304B-4581-A0CD-8C3564188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452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B4FA2-34C5-45CB-BF23-BF9F8AE70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0A1B34-73A2-42D4-B822-7EDD44EB4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AB0E9-061E-4B8C-9611-163240D04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B425-4742-48C1-AA3F-4FB81D60033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9A90E-A136-4E1A-8988-D51B55B02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F9B9B-BC2F-451B-B083-F299C3B3B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1E589-304B-4581-A0CD-8C3564188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167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5B1A26-D569-431F-A7FE-DBA7A97FD9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18C1BB-A745-44B7-949F-93D7B5CA94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530DB-EE42-4160-B26F-BB118D3E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BB425-4742-48C1-AA3F-4FB81D60033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1FAB4-3E02-4BEA-847F-7E3F35E7D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CBD12-D5DC-4AEA-BBC0-0E2651708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1E589-304B-4581-A0CD-8C3564188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79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DDDA23-1660-4C75-BFEA-A63CC6D27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5BAEA-BDB3-44D3-9B3A-D860984A5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3FF20-74BE-4420-A80A-70F3A52D82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BB425-4742-48C1-AA3F-4FB81D60033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5BC8B-7688-491C-B2B8-305232F62A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4ACE1-6A16-4314-9A8B-C05FA02647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1E589-304B-4581-A0CD-8C3564188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44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6C7CE7C-F0B2-4F7C-8E29-5A719968F6EC}"/>
              </a:ext>
            </a:extLst>
          </p:cNvPr>
          <p:cNvGrpSpPr/>
          <p:nvPr/>
        </p:nvGrpSpPr>
        <p:grpSpPr>
          <a:xfrm>
            <a:off x="332254" y="459255"/>
            <a:ext cx="9822731" cy="4260933"/>
            <a:chOff x="332254" y="459255"/>
            <a:chExt cx="9822731" cy="426093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869BE25-161E-433C-9DD3-739CF7E050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0767" r="22572"/>
            <a:stretch/>
          </p:blipFill>
          <p:spPr>
            <a:xfrm>
              <a:off x="6978316" y="515402"/>
              <a:ext cx="3176669" cy="420478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1A1AC62-EA7C-48ED-872D-4EAD2CA721B0}"/>
                </a:ext>
              </a:extLst>
            </p:cNvPr>
            <p:cNvPicPr/>
            <p:nvPr/>
          </p:nvPicPr>
          <p:blipFill rotWithShape="1">
            <a:blip r:embed="rId3"/>
            <a:srcRect l="19658" r="26667"/>
            <a:stretch/>
          </p:blipFill>
          <p:spPr bwMode="auto">
            <a:xfrm>
              <a:off x="332254" y="515402"/>
              <a:ext cx="3176669" cy="4204786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ADC979E-116E-453A-AC3D-16D074F9375C}"/>
                </a:ext>
              </a:extLst>
            </p:cNvPr>
            <p:cNvPicPr/>
            <p:nvPr/>
          </p:nvPicPr>
          <p:blipFill rotWithShape="1">
            <a:blip r:embed="rId4"/>
            <a:srcRect l="19573" r="21197"/>
            <a:stretch/>
          </p:blipFill>
          <p:spPr bwMode="auto">
            <a:xfrm>
              <a:off x="3655285" y="459255"/>
              <a:ext cx="3176669" cy="4204786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09231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Xinhang Xu</dc:creator>
  <cp:lastModifiedBy>Xinhang Xu</cp:lastModifiedBy>
  <cp:revision>2</cp:revision>
  <dcterms:created xsi:type="dcterms:W3CDTF">2026-01-21T08:50:45Z</dcterms:created>
  <dcterms:modified xsi:type="dcterms:W3CDTF">2026-01-21T09:25:39Z</dcterms:modified>
</cp:coreProperties>
</file>